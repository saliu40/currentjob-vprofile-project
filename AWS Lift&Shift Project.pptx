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3"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7" r:id="rId31"/>
    <p:sldId id="285" r:id="rId32"/>
    <p:sldId id="286" r:id="rId33"/>
    <p:sldId id="288" r:id="rId34"/>
    <p:sldId id="289" r:id="rId35"/>
    <p:sldId id="290" r:id="rId36"/>
    <p:sldId id="291" r:id="rId37"/>
    <p:sldId id="292" r:id="rId38"/>
    <p:sldId id="293" r:id="rId39"/>
    <p:sldId id="294" r:id="rId40"/>
    <p:sldId id="295" r:id="rId41"/>
    <p:sldId id="296" r:id="rId42"/>
    <p:sldId id="298" r:id="rId43"/>
    <p:sldId id="299" r:id="rId44"/>
    <p:sldId id="297" r:id="rId45"/>
    <p:sldId id="300" r:id="rId46"/>
    <p:sldId id="302" r:id="rId47"/>
    <p:sldId id="301"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979320-D94B-4C32-B640-8DDD3011EA87}" v="3665" dt="2025-03-21T13:53:31.090"/>
    <p1510:client id="{44DFE6D3-AEE3-8A41-DE8A-ED2452E9C25D}" v="1771" dt="2025-03-20T10:14:33.572"/>
    <p1510:client id="{5CA59BB9-91B6-44C7-A838-37C0638B7835}" v="1786" dt="2025-03-20T14:21:16.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lahi Saliu" userId="44f647e9d08cd165" providerId="Windows Live" clId="Web-{44DFE6D3-AEE3-8A41-DE8A-ED2452E9C25D}"/>
    <pc:docChg chg="addSld modSld sldOrd">
      <pc:chgData name="Abdullahi Saliu" userId="44f647e9d08cd165" providerId="Windows Live" clId="Web-{44DFE6D3-AEE3-8A41-DE8A-ED2452E9C25D}" dt="2025-03-20T10:14:33.572" v="1771" actId="20577"/>
      <pc:docMkLst>
        <pc:docMk/>
      </pc:docMkLst>
      <pc:sldChg chg="modSp">
        <pc:chgData name="Abdullahi Saliu" userId="44f647e9d08cd165" providerId="Windows Live" clId="Web-{44DFE6D3-AEE3-8A41-DE8A-ED2452E9C25D}" dt="2025-03-20T08:33:08.825" v="104" actId="20577"/>
        <pc:sldMkLst>
          <pc:docMk/>
          <pc:sldMk cId="109857222" sldId="256"/>
        </pc:sldMkLst>
        <pc:spChg chg="mod">
          <ac:chgData name="Abdullahi Saliu" userId="44f647e9d08cd165" providerId="Windows Live" clId="Web-{44DFE6D3-AEE3-8A41-DE8A-ED2452E9C25D}" dt="2025-03-20T08:33:08.825" v="104" actId="20577"/>
          <ac:spMkLst>
            <pc:docMk/>
            <pc:sldMk cId="109857222" sldId="256"/>
            <ac:spMk id="2" creationId="{00000000-0000-0000-0000-000000000000}"/>
          </ac:spMkLst>
        </pc:spChg>
        <pc:spChg chg="mod">
          <ac:chgData name="Abdullahi Saliu" userId="44f647e9d08cd165" providerId="Windows Live" clId="Web-{44DFE6D3-AEE3-8A41-DE8A-ED2452E9C25D}" dt="2025-03-20T08:30:49.694" v="81" actId="20577"/>
          <ac:spMkLst>
            <pc:docMk/>
            <pc:sldMk cId="109857222" sldId="256"/>
            <ac:spMk id="3" creationId="{00000000-0000-0000-0000-000000000000}"/>
          </ac:spMkLst>
        </pc:spChg>
      </pc:sldChg>
      <pc:sldChg chg="addSp delSp modSp new mod setBg">
        <pc:chgData name="Abdullahi Saliu" userId="44f647e9d08cd165" providerId="Windows Live" clId="Web-{44DFE6D3-AEE3-8A41-DE8A-ED2452E9C25D}" dt="2025-03-20T08:34:43.172" v="122" actId="1076"/>
        <pc:sldMkLst>
          <pc:docMk/>
          <pc:sldMk cId="3149624028" sldId="257"/>
        </pc:sldMkLst>
        <pc:spChg chg="mod">
          <ac:chgData name="Abdullahi Saliu" userId="44f647e9d08cd165" providerId="Windows Live" clId="Web-{44DFE6D3-AEE3-8A41-DE8A-ED2452E9C25D}" dt="2025-03-20T08:33:52.030" v="117"/>
          <ac:spMkLst>
            <pc:docMk/>
            <pc:sldMk cId="3149624028" sldId="257"/>
            <ac:spMk id="2" creationId="{898D7DC1-4713-2885-1401-11ED6B4BAB9D}"/>
          </ac:spMkLst>
        </pc:spChg>
        <pc:spChg chg="del">
          <ac:chgData name="Abdullahi Saliu" userId="44f647e9d08cd165" providerId="Windows Live" clId="Web-{44DFE6D3-AEE3-8A41-DE8A-ED2452E9C25D}" dt="2025-03-20T08:33:12.606" v="105"/>
          <ac:spMkLst>
            <pc:docMk/>
            <pc:sldMk cId="3149624028" sldId="257"/>
            <ac:spMk id="3" creationId="{A96C6B85-7DA7-33D8-B2CA-34C729D55DD0}"/>
          </ac:spMkLst>
        </pc:spChg>
        <pc:spChg chg="add">
          <ac:chgData name="Abdullahi Saliu" userId="44f647e9d08cd165" providerId="Windows Live" clId="Web-{44DFE6D3-AEE3-8A41-DE8A-ED2452E9C25D}" dt="2025-03-20T08:33:52.030" v="117"/>
          <ac:spMkLst>
            <pc:docMk/>
            <pc:sldMk cId="3149624028" sldId="257"/>
            <ac:spMk id="9" creationId="{6753252F-4873-4F63-801D-CC719279A7D5}"/>
          </ac:spMkLst>
        </pc:spChg>
        <pc:spChg chg="add">
          <ac:chgData name="Abdullahi Saliu" userId="44f647e9d08cd165" providerId="Windows Live" clId="Web-{44DFE6D3-AEE3-8A41-DE8A-ED2452E9C25D}" dt="2025-03-20T08:33:52.030" v="117"/>
          <ac:spMkLst>
            <pc:docMk/>
            <pc:sldMk cId="3149624028" sldId="257"/>
            <ac:spMk id="11" creationId="{047C8CCB-F95D-4249-92DD-651249D3535A}"/>
          </ac:spMkLst>
        </pc:spChg>
        <pc:picChg chg="add mod ord">
          <ac:chgData name="Abdullahi Saliu" userId="44f647e9d08cd165" providerId="Windows Live" clId="Web-{44DFE6D3-AEE3-8A41-DE8A-ED2452E9C25D}" dt="2025-03-20T08:34:43.172" v="122" actId="1076"/>
          <ac:picMkLst>
            <pc:docMk/>
            <pc:sldMk cId="3149624028" sldId="257"/>
            <ac:picMk id="4" creationId="{B4AA7410-C8FF-68A1-E5B4-D502DB96EEBC}"/>
          </ac:picMkLst>
        </pc:picChg>
      </pc:sldChg>
      <pc:sldChg chg="addSp delSp modSp new mod setBg">
        <pc:chgData name="Abdullahi Saliu" userId="44f647e9d08cd165" providerId="Windows Live" clId="Web-{44DFE6D3-AEE3-8A41-DE8A-ED2452E9C25D}" dt="2025-03-20T08:41:20.578" v="174" actId="1076"/>
        <pc:sldMkLst>
          <pc:docMk/>
          <pc:sldMk cId="1593862334" sldId="258"/>
        </pc:sldMkLst>
        <pc:spChg chg="mod">
          <ac:chgData name="Abdullahi Saliu" userId="44f647e9d08cd165" providerId="Windows Live" clId="Web-{44DFE6D3-AEE3-8A41-DE8A-ED2452E9C25D}" dt="2025-03-20T08:40:45.717" v="170"/>
          <ac:spMkLst>
            <pc:docMk/>
            <pc:sldMk cId="1593862334" sldId="258"/>
            <ac:spMk id="2" creationId="{C4B9C174-638D-CF34-5FF9-C53F7A5CE594}"/>
          </ac:spMkLst>
        </pc:spChg>
        <pc:spChg chg="del">
          <ac:chgData name="Abdullahi Saliu" userId="44f647e9d08cd165" providerId="Windows Live" clId="Web-{44DFE6D3-AEE3-8A41-DE8A-ED2452E9C25D}" dt="2025-03-20T08:39:22.839" v="124"/>
          <ac:spMkLst>
            <pc:docMk/>
            <pc:sldMk cId="1593862334" sldId="258"/>
            <ac:spMk id="3" creationId="{1BF503AB-FD6F-4544-B44F-3ABFA5FAE3C1}"/>
          </ac:spMkLst>
        </pc:spChg>
        <pc:spChg chg="add">
          <ac:chgData name="Abdullahi Saliu" userId="44f647e9d08cd165" providerId="Windows Live" clId="Web-{44DFE6D3-AEE3-8A41-DE8A-ED2452E9C25D}" dt="2025-03-20T08:40:45.717" v="170"/>
          <ac:spMkLst>
            <pc:docMk/>
            <pc:sldMk cId="1593862334" sldId="258"/>
            <ac:spMk id="9" creationId="{A8384FB5-9ADC-4DDC-881B-597D56F5B15D}"/>
          </ac:spMkLst>
        </pc:spChg>
        <pc:spChg chg="add">
          <ac:chgData name="Abdullahi Saliu" userId="44f647e9d08cd165" providerId="Windows Live" clId="Web-{44DFE6D3-AEE3-8A41-DE8A-ED2452E9C25D}" dt="2025-03-20T08:40:45.717" v="170"/>
          <ac:spMkLst>
            <pc:docMk/>
            <pc:sldMk cId="1593862334" sldId="258"/>
            <ac:spMk id="11" creationId="{91E5A9A7-95C6-4F4F-B00E-C82E07FE62EF}"/>
          </ac:spMkLst>
        </pc:spChg>
        <pc:spChg chg="add">
          <ac:chgData name="Abdullahi Saliu" userId="44f647e9d08cd165" providerId="Windows Live" clId="Web-{44DFE6D3-AEE3-8A41-DE8A-ED2452E9C25D}" dt="2025-03-20T08:40:45.717" v="170"/>
          <ac:spMkLst>
            <pc:docMk/>
            <pc:sldMk cId="1593862334" sldId="258"/>
            <ac:spMk id="13" creationId="{D07DD2DE-F619-49DD-B5E7-03A290FF4ED1}"/>
          </ac:spMkLst>
        </pc:spChg>
        <pc:spChg chg="add">
          <ac:chgData name="Abdullahi Saliu" userId="44f647e9d08cd165" providerId="Windows Live" clId="Web-{44DFE6D3-AEE3-8A41-DE8A-ED2452E9C25D}" dt="2025-03-20T08:40:45.717" v="170"/>
          <ac:spMkLst>
            <pc:docMk/>
            <pc:sldMk cId="1593862334" sldId="258"/>
            <ac:spMk id="15" creationId="{85149191-5F60-4A28-AAFF-039F96B0F3EC}"/>
          </ac:spMkLst>
        </pc:spChg>
        <pc:spChg chg="add">
          <ac:chgData name="Abdullahi Saliu" userId="44f647e9d08cd165" providerId="Windows Live" clId="Web-{44DFE6D3-AEE3-8A41-DE8A-ED2452E9C25D}" dt="2025-03-20T08:40:45.717" v="170"/>
          <ac:spMkLst>
            <pc:docMk/>
            <pc:sldMk cId="1593862334" sldId="258"/>
            <ac:spMk id="17" creationId="{F8260ED5-17F7-4158-B241-D51DD4CF1B7E}"/>
          </ac:spMkLst>
        </pc:spChg>
        <pc:picChg chg="add mod ord">
          <ac:chgData name="Abdullahi Saliu" userId="44f647e9d08cd165" providerId="Windows Live" clId="Web-{44DFE6D3-AEE3-8A41-DE8A-ED2452E9C25D}" dt="2025-03-20T08:41:20.578" v="174" actId="1076"/>
          <ac:picMkLst>
            <pc:docMk/>
            <pc:sldMk cId="1593862334" sldId="258"/>
            <ac:picMk id="4" creationId="{0D4813A7-176F-B92E-B959-4376ACD0D3BF}"/>
          </ac:picMkLst>
        </pc:picChg>
      </pc:sldChg>
      <pc:sldChg chg="addSp delSp modSp new mod setBg">
        <pc:chgData name="Abdullahi Saliu" userId="44f647e9d08cd165" providerId="Windows Live" clId="Web-{44DFE6D3-AEE3-8A41-DE8A-ED2452E9C25D}" dt="2025-03-20T08:42:59.865" v="202"/>
        <pc:sldMkLst>
          <pc:docMk/>
          <pc:sldMk cId="1760153490" sldId="259"/>
        </pc:sldMkLst>
        <pc:spChg chg="mod">
          <ac:chgData name="Abdullahi Saliu" userId="44f647e9d08cd165" providerId="Windows Live" clId="Web-{44DFE6D3-AEE3-8A41-DE8A-ED2452E9C25D}" dt="2025-03-20T08:42:59.865" v="202"/>
          <ac:spMkLst>
            <pc:docMk/>
            <pc:sldMk cId="1760153490" sldId="259"/>
            <ac:spMk id="2" creationId="{69C9D479-3577-5332-14BC-6DC7F5B73398}"/>
          </ac:spMkLst>
        </pc:spChg>
        <pc:spChg chg="del">
          <ac:chgData name="Abdullahi Saliu" userId="44f647e9d08cd165" providerId="Windows Live" clId="Web-{44DFE6D3-AEE3-8A41-DE8A-ED2452E9C25D}" dt="2025-03-20T08:42:15.971" v="176"/>
          <ac:spMkLst>
            <pc:docMk/>
            <pc:sldMk cId="1760153490" sldId="259"/>
            <ac:spMk id="3" creationId="{F7FDD4C9-0D30-1A1D-DB1C-06AEE4172CC4}"/>
          </ac:spMkLst>
        </pc:spChg>
        <pc:spChg chg="add">
          <ac:chgData name="Abdullahi Saliu" userId="44f647e9d08cd165" providerId="Windows Live" clId="Web-{44DFE6D3-AEE3-8A41-DE8A-ED2452E9C25D}" dt="2025-03-20T08:42:59.865" v="202"/>
          <ac:spMkLst>
            <pc:docMk/>
            <pc:sldMk cId="1760153490" sldId="259"/>
            <ac:spMk id="9" creationId="{A8384FB5-9ADC-4DDC-881B-597D56F5B15D}"/>
          </ac:spMkLst>
        </pc:spChg>
        <pc:spChg chg="add">
          <ac:chgData name="Abdullahi Saliu" userId="44f647e9d08cd165" providerId="Windows Live" clId="Web-{44DFE6D3-AEE3-8A41-DE8A-ED2452E9C25D}" dt="2025-03-20T08:42:59.865" v="202"/>
          <ac:spMkLst>
            <pc:docMk/>
            <pc:sldMk cId="1760153490" sldId="259"/>
            <ac:spMk id="11" creationId="{1199E1B1-A8C0-4FE8-A5A8-1CB41D69F857}"/>
          </ac:spMkLst>
        </pc:spChg>
        <pc:spChg chg="add">
          <ac:chgData name="Abdullahi Saliu" userId="44f647e9d08cd165" providerId="Windows Live" clId="Web-{44DFE6D3-AEE3-8A41-DE8A-ED2452E9C25D}" dt="2025-03-20T08:42:59.865" v="202"/>
          <ac:spMkLst>
            <pc:docMk/>
            <pc:sldMk cId="1760153490" sldId="259"/>
            <ac:spMk id="13" creationId="{84A8DE83-DE75-4B41-9DB4-A7EC0B0DEC0B}"/>
          </ac:spMkLst>
        </pc:spChg>
        <pc:spChg chg="add">
          <ac:chgData name="Abdullahi Saliu" userId="44f647e9d08cd165" providerId="Windows Live" clId="Web-{44DFE6D3-AEE3-8A41-DE8A-ED2452E9C25D}" dt="2025-03-20T08:42:59.865" v="202"/>
          <ac:spMkLst>
            <pc:docMk/>
            <pc:sldMk cId="1760153490" sldId="259"/>
            <ac:spMk id="15" creationId="{A7009A0A-BEF5-4EAC-AF15-E4F9F002E239}"/>
          </ac:spMkLst>
        </pc:spChg>
        <pc:picChg chg="add mod ord">
          <ac:chgData name="Abdullahi Saliu" userId="44f647e9d08cd165" providerId="Windows Live" clId="Web-{44DFE6D3-AEE3-8A41-DE8A-ED2452E9C25D}" dt="2025-03-20T08:42:59.865" v="202"/>
          <ac:picMkLst>
            <pc:docMk/>
            <pc:sldMk cId="1760153490" sldId="259"/>
            <ac:picMk id="4" creationId="{D3929FEB-07D3-BEB0-1598-D85F9F40EBBE}"/>
          </ac:picMkLst>
        </pc:picChg>
      </pc:sldChg>
      <pc:sldChg chg="addSp delSp modSp new mod ord setBg">
        <pc:chgData name="Abdullahi Saliu" userId="44f647e9d08cd165" providerId="Windows Live" clId="Web-{44DFE6D3-AEE3-8A41-DE8A-ED2452E9C25D}" dt="2025-03-20T08:58:51.758" v="295"/>
        <pc:sldMkLst>
          <pc:docMk/>
          <pc:sldMk cId="4248204327" sldId="260"/>
        </pc:sldMkLst>
        <pc:spChg chg="mod">
          <ac:chgData name="Abdullahi Saliu" userId="44f647e9d08cd165" providerId="Windows Live" clId="Web-{44DFE6D3-AEE3-8A41-DE8A-ED2452E9C25D}" dt="2025-03-20T08:44:17.069" v="219"/>
          <ac:spMkLst>
            <pc:docMk/>
            <pc:sldMk cId="4248204327" sldId="260"/>
            <ac:spMk id="2" creationId="{C5B78CCF-ADE1-2754-3B77-21C4C90A8946}"/>
          </ac:spMkLst>
        </pc:spChg>
        <pc:spChg chg="del">
          <ac:chgData name="Abdullahi Saliu" userId="44f647e9d08cd165" providerId="Windows Live" clId="Web-{44DFE6D3-AEE3-8A41-DE8A-ED2452E9C25D}" dt="2025-03-20T08:43:45.646" v="204"/>
          <ac:spMkLst>
            <pc:docMk/>
            <pc:sldMk cId="4248204327" sldId="260"/>
            <ac:spMk id="3" creationId="{5AE3A5B7-B601-3908-5C8C-614605EFE1A9}"/>
          </ac:spMkLst>
        </pc:spChg>
        <pc:spChg chg="add del mod">
          <ac:chgData name="Abdullahi Saliu" userId="44f647e9d08cd165" providerId="Windows Live" clId="Web-{44DFE6D3-AEE3-8A41-DE8A-ED2452E9C25D}" dt="2025-03-20T08:47:41.124" v="224"/>
          <ac:spMkLst>
            <pc:docMk/>
            <pc:sldMk cId="4248204327" sldId="260"/>
            <ac:spMk id="6" creationId="{230329CB-C7D7-590D-ABFC-F4719BBAF437}"/>
          </ac:spMkLst>
        </pc:spChg>
        <pc:spChg chg="add">
          <ac:chgData name="Abdullahi Saliu" userId="44f647e9d08cd165" providerId="Windows Live" clId="Web-{44DFE6D3-AEE3-8A41-DE8A-ED2452E9C25D}" dt="2025-03-20T08:44:17.069" v="219"/>
          <ac:spMkLst>
            <pc:docMk/>
            <pc:sldMk cId="4248204327" sldId="260"/>
            <ac:spMk id="9" creationId="{A8384FB5-9ADC-4DDC-881B-597D56F5B15D}"/>
          </ac:spMkLst>
        </pc:spChg>
        <pc:spChg chg="add">
          <ac:chgData name="Abdullahi Saliu" userId="44f647e9d08cd165" providerId="Windows Live" clId="Web-{44DFE6D3-AEE3-8A41-DE8A-ED2452E9C25D}" dt="2025-03-20T08:44:17.069" v="219"/>
          <ac:spMkLst>
            <pc:docMk/>
            <pc:sldMk cId="4248204327" sldId="260"/>
            <ac:spMk id="11" creationId="{91E5A9A7-95C6-4F4F-B00E-C82E07FE62EF}"/>
          </ac:spMkLst>
        </pc:spChg>
        <pc:spChg chg="add">
          <ac:chgData name="Abdullahi Saliu" userId="44f647e9d08cd165" providerId="Windows Live" clId="Web-{44DFE6D3-AEE3-8A41-DE8A-ED2452E9C25D}" dt="2025-03-20T08:44:17.069" v="219"/>
          <ac:spMkLst>
            <pc:docMk/>
            <pc:sldMk cId="4248204327" sldId="260"/>
            <ac:spMk id="13" creationId="{D07DD2DE-F619-49DD-B5E7-03A290FF4ED1}"/>
          </ac:spMkLst>
        </pc:spChg>
        <pc:spChg chg="add">
          <ac:chgData name="Abdullahi Saliu" userId="44f647e9d08cd165" providerId="Windows Live" clId="Web-{44DFE6D3-AEE3-8A41-DE8A-ED2452E9C25D}" dt="2025-03-20T08:44:17.069" v="219"/>
          <ac:spMkLst>
            <pc:docMk/>
            <pc:sldMk cId="4248204327" sldId="260"/>
            <ac:spMk id="15" creationId="{85149191-5F60-4A28-AAFF-039F96B0F3EC}"/>
          </ac:spMkLst>
        </pc:spChg>
        <pc:spChg chg="add">
          <ac:chgData name="Abdullahi Saliu" userId="44f647e9d08cd165" providerId="Windows Live" clId="Web-{44DFE6D3-AEE3-8A41-DE8A-ED2452E9C25D}" dt="2025-03-20T08:44:17.069" v="219"/>
          <ac:spMkLst>
            <pc:docMk/>
            <pc:sldMk cId="4248204327" sldId="260"/>
            <ac:spMk id="17" creationId="{F8260ED5-17F7-4158-B241-D51DD4CF1B7E}"/>
          </ac:spMkLst>
        </pc:spChg>
        <pc:picChg chg="add del mod ord">
          <ac:chgData name="Abdullahi Saliu" userId="44f647e9d08cd165" providerId="Windows Live" clId="Web-{44DFE6D3-AEE3-8A41-DE8A-ED2452E9C25D}" dt="2025-03-20T08:47:26.670" v="223"/>
          <ac:picMkLst>
            <pc:docMk/>
            <pc:sldMk cId="4248204327" sldId="260"/>
            <ac:picMk id="4" creationId="{71853A03-C5A0-A91F-287E-1E2FEFE9BA0C}"/>
          </ac:picMkLst>
        </pc:picChg>
        <pc:picChg chg="add mod ord">
          <ac:chgData name="Abdullahi Saliu" userId="44f647e9d08cd165" providerId="Windows Live" clId="Web-{44DFE6D3-AEE3-8A41-DE8A-ED2452E9C25D}" dt="2025-03-20T08:48:26.297" v="229" actId="1076"/>
          <ac:picMkLst>
            <pc:docMk/>
            <pc:sldMk cId="4248204327" sldId="260"/>
            <ac:picMk id="7" creationId="{8D40D790-1532-020B-75A0-3969CE18E6B8}"/>
          </ac:picMkLst>
        </pc:picChg>
      </pc:sldChg>
      <pc:sldChg chg="addSp delSp modSp new mod setBg">
        <pc:chgData name="Abdullahi Saliu" userId="44f647e9d08cd165" providerId="Windows Live" clId="Web-{44DFE6D3-AEE3-8A41-DE8A-ED2452E9C25D}" dt="2025-03-20T08:56:14.534" v="248" actId="1076"/>
        <pc:sldMkLst>
          <pc:docMk/>
          <pc:sldMk cId="957667223" sldId="261"/>
        </pc:sldMkLst>
        <pc:spChg chg="mod">
          <ac:chgData name="Abdullahi Saliu" userId="44f647e9d08cd165" providerId="Windows Live" clId="Web-{44DFE6D3-AEE3-8A41-DE8A-ED2452E9C25D}" dt="2025-03-20T08:55:30.579" v="243"/>
          <ac:spMkLst>
            <pc:docMk/>
            <pc:sldMk cId="957667223" sldId="261"/>
            <ac:spMk id="2" creationId="{A28E2DAF-6CA8-F051-8189-CD38C3BAD489}"/>
          </ac:spMkLst>
        </pc:spChg>
        <pc:spChg chg="del">
          <ac:chgData name="Abdullahi Saliu" userId="44f647e9d08cd165" providerId="Windows Live" clId="Web-{44DFE6D3-AEE3-8A41-DE8A-ED2452E9C25D}" dt="2025-03-20T08:51:16.679" v="230"/>
          <ac:spMkLst>
            <pc:docMk/>
            <pc:sldMk cId="957667223" sldId="261"/>
            <ac:spMk id="3" creationId="{11697E8E-367D-C3F4-98B8-3131DF2E3FAA}"/>
          </ac:spMkLst>
        </pc:spChg>
        <pc:spChg chg="add">
          <ac:chgData name="Abdullahi Saliu" userId="44f647e9d08cd165" providerId="Windows Live" clId="Web-{44DFE6D3-AEE3-8A41-DE8A-ED2452E9C25D}" dt="2025-03-20T08:55:30.579" v="243"/>
          <ac:spMkLst>
            <pc:docMk/>
            <pc:sldMk cId="957667223" sldId="261"/>
            <ac:spMk id="9" creationId="{A8384FB5-9ADC-4DDC-881B-597D56F5B15D}"/>
          </ac:spMkLst>
        </pc:spChg>
        <pc:spChg chg="add">
          <ac:chgData name="Abdullahi Saliu" userId="44f647e9d08cd165" providerId="Windows Live" clId="Web-{44DFE6D3-AEE3-8A41-DE8A-ED2452E9C25D}" dt="2025-03-20T08:55:30.579" v="243"/>
          <ac:spMkLst>
            <pc:docMk/>
            <pc:sldMk cId="957667223" sldId="261"/>
            <ac:spMk id="11" creationId="{91E5A9A7-95C6-4F4F-B00E-C82E07FE62EF}"/>
          </ac:spMkLst>
        </pc:spChg>
        <pc:spChg chg="add">
          <ac:chgData name="Abdullahi Saliu" userId="44f647e9d08cd165" providerId="Windows Live" clId="Web-{44DFE6D3-AEE3-8A41-DE8A-ED2452E9C25D}" dt="2025-03-20T08:55:30.579" v="243"/>
          <ac:spMkLst>
            <pc:docMk/>
            <pc:sldMk cId="957667223" sldId="261"/>
            <ac:spMk id="13" creationId="{D07DD2DE-F619-49DD-B5E7-03A290FF4ED1}"/>
          </ac:spMkLst>
        </pc:spChg>
        <pc:spChg chg="add">
          <ac:chgData name="Abdullahi Saliu" userId="44f647e9d08cd165" providerId="Windows Live" clId="Web-{44DFE6D3-AEE3-8A41-DE8A-ED2452E9C25D}" dt="2025-03-20T08:55:30.579" v="243"/>
          <ac:spMkLst>
            <pc:docMk/>
            <pc:sldMk cId="957667223" sldId="261"/>
            <ac:spMk id="15" creationId="{85149191-5F60-4A28-AAFF-039F96B0F3EC}"/>
          </ac:spMkLst>
        </pc:spChg>
        <pc:spChg chg="add">
          <ac:chgData name="Abdullahi Saliu" userId="44f647e9d08cd165" providerId="Windows Live" clId="Web-{44DFE6D3-AEE3-8A41-DE8A-ED2452E9C25D}" dt="2025-03-20T08:55:30.579" v="243"/>
          <ac:spMkLst>
            <pc:docMk/>
            <pc:sldMk cId="957667223" sldId="261"/>
            <ac:spMk id="17" creationId="{F8260ED5-17F7-4158-B241-D51DD4CF1B7E}"/>
          </ac:spMkLst>
        </pc:spChg>
        <pc:picChg chg="add mod ord">
          <ac:chgData name="Abdullahi Saliu" userId="44f647e9d08cd165" providerId="Windows Live" clId="Web-{44DFE6D3-AEE3-8A41-DE8A-ED2452E9C25D}" dt="2025-03-20T08:56:14.534" v="248" actId="1076"/>
          <ac:picMkLst>
            <pc:docMk/>
            <pc:sldMk cId="957667223" sldId="261"/>
            <ac:picMk id="4" creationId="{A96B13E1-B19E-2ED3-CDE3-31AFAF72F675}"/>
          </ac:picMkLst>
        </pc:picChg>
      </pc:sldChg>
      <pc:sldChg chg="addSp delSp modSp new">
        <pc:chgData name="Abdullahi Saliu" userId="44f647e9d08cd165" providerId="Windows Live" clId="Web-{44DFE6D3-AEE3-8A41-DE8A-ED2452E9C25D}" dt="2025-03-20T09:16:17.501" v="799" actId="14100"/>
        <pc:sldMkLst>
          <pc:docMk/>
          <pc:sldMk cId="104508938" sldId="262"/>
        </pc:sldMkLst>
        <pc:spChg chg="mod">
          <ac:chgData name="Abdullahi Saliu" userId="44f647e9d08cd165" providerId="Windows Live" clId="Web-{44DFE6D3-AEE3-8A41-DE8A-ED2452E9C25D}" dt="2025-03-20T09:05:45.571" v="518" actId="20577"/>
          <ac:spMkLst>
            <pc:docMk/>
            <pc:sldMk cId="104508938" sldId="262"/>
            <ac:spMk id="2" creationId="{A4557F49-FA8D-08DB-1D68-3D7E3AD96C34}"/>
          </ac:spMkLst>
        </pc:spChg>
        <pc:spChg chg="del">
          <ac:chgData name="Abdullahi Saliu" userId="44f647e9d08cd165" providerId="Windows Live" clId="Web-{44DFE6D3-AEE3-8A41-DE8A-ED2452E9C25D}" dt="2025-03-20T08:56:56.176" v="250"/>
          <ac:spMkLst>
            <pc:docMk/>
            <pc:sldMk cId="104508938" sldId="262"/>
            <ac:spMk id="3" creationId="{42D605FB-CB6F-12CA-C96A-35DE8BE1E799}"/>
          </ac:spMkLst>
        </pc:spChg>
        <pc:spChg chg="add del mod">
          <ac:chgData name="Abdullahi Saliu" userId="44f647e9d08cd165" providerId="Windows Live" clId="Web-{44DFE6D3-AEE3-8A41-DE8A-ED2452E9C25D}" dt="2025-03-20T09:15:09.030" v="798"/>
          <ac:spMkLst>
            <pc:docMk/>
            <pc:sldMk cId="104508938" sldId="262"/>
            <ac:spMk id="6" creationId="{7170FE23-F92D-03FA-B8F1-AF8B9A8067C8}"/>
          </ac:spMkLst>
        </pc:spChg>
        <pc:graphicFrameChg chg="add mod">
          <ac:chgData name="Abdullahi Saliu" userId="44f647e9d08cd165" providerId="Windows Live" clId="Web-{44DFE6D3-AEE3-8A41-DE8A-ED2452E9C25D}" dt="2025-03-20T09:16:17.501" v="799" actId="14100"/>
          <ac:graphicFrameMkLst>
            <pc:docMk/>
            <pc:sldMk cId="104508938" sldId="262"/>
            <ac:graphicFrameMk id="8" creationId="{20573C08-7624-E6D4-F7B1-24338643F29E}"/>
          </ac:graphicFrameMkLst>
        </pc:graphicFrameChg>
        <pc:picChg chg="add del mod ord">
          <ac:chgData name="Abdullahi Saliu" userId="44f647e9d08cd165" providerId="Windows Live" clId="Web-{44DFE6D3-AEE3-8A41-DE8A-ED2452E9C25D}" dt="2025-03-20T09:05:14.929" v="515"/>
          <ac:picMkLst>
            <pc:docMk/>
            <pc:sldMk cId="104508938" sldId="262"/>
            <ac:picMk id="4" creationId="{D58AFF2B-4148-987D-42A8-59BDBC05737E}"/>
          </ac:picMkLst>
        </pc:picChg>
      </pc:sldChg>
      <pc:sldChg chg="modSp new">
        <pc:chgData name="Abdullahi Saliu" userId="44f647e9d08cd165" providerId="Windows Live" clId="Web-{44DFE6D3-AEE3-8A41-DE8A-ED2452E9C25D}" dt="2025-03-20T09:04:30.521" v="477" actId="20577"/>
        <pc:sldMkLst>
          <pc:docMk/>
          <pc:sldMk cId="2166055549" sldId="263"/>
        </pc:sldMkLst>
        <pc:spChg chg="mod">
          <ac:chgData name="Abdullahi Saliu" userId="44f647e9d08cd165" providerId="Windows Live" clId="Web-{44DFE6D3-AEE3-8A41-DE8A-ED2452E9C25D}" dt="2025-03-20T09:01:52.859" v="434" actId="20577"/>
          <ac:spMkLst>
            <pc:docMk/>
            <pc:sldMk cId="2166055549" sldId="263"/>
            <ac:spMk id="2" creationId="{3B27A663-87E8-B8FC-BA31-EDF7B7C32C7C}"/>
          </ac:spMkLst>
        </pc:spChg>
        <pc:spChg chg="mod">
          <ac:chgData name="Abdullahi Saliu" userId="44f647e9d08cd165" providerId="Windows Live" clId="Web-{44DFE6D3-AEE3-8A41-DE8A-ED2452E9C25D}" dt="2025-03-20T09:04:30.521" v="477" actId="20577"/>
          <ac:spMkLst>
            <pc:docMk/>
            <pc:sldMk cId="2166055549" sldId="263"/>
            <ac:spMk id="3" creationId="{B23DAEE4-67A9-D7A9-0C7A-DECE197BC418}"/>
          </ac:spMkLst>
        </pc:spChg>
      </pc:sldChg>
      <pc:sldChg chg="addSp delSp modSp new mod setBg">
        <pc:chgData name="Abdullahi Saliu" userId="44f647e9d08cd165" providerId="Windows Live" clId="Web-{44DFE6D3-AEE3-8A41-DE8A-ED2452E9C25D}" dt="2025-03-20T09:42:51.531" v="1105" actId="20577"/>
        <pc:sldMkLst>
          <pc:docMk/>
          <pc:sldMk cId="2399532177" sldId="264"/>
        </pc:sldMkLst>
        <pc:spChg chg="mod">
          <ac:chgData name="Abdullahi Saliu" userId="44f647e9d08cd165" providerId="Windows Live" clId="Web-{44DFE6D3-AEE3-8A41-DE8A-ED2452E9C25D}" dt="2025-03-20T09:42:51.531" v="1105" actId="20577"/>
          <ac:spMkLst>
            <pc:docMk/>
            <pc:sldMk cId="2399532177" sldId="264"/>
            <ac:spMk id="2" creationId="{567C6BDD-9E7E-1670-47B7-554D05677FB1}"/>
          </ac:spMkLst>
        </pc:spChg>
        <pc:spChg chg="del">
          <ac:chgData name="Abdullahi Saliu" userId="44f647e9d08cd165" providerId="Windows Live" clId="Web-{44DFE6D3-AEE3-8A41-DE8A-ED2452E9C25D}" dt="2025-03-20T09:24:41.114" v="812"/>
          <ac:spMkLst>
            <pc:docMk/>
            <pc:sldMk cId="2399532177" sldId="264"/>
            <ac:spMk id="3" creationId="{10A28F7B-3BAB-5735-694D-5F992D9400AA}"/>
          </ac:spMkLst>
        </pc:spChg>
        <pc:spChg chg="add del">
          <ac:chgData name="Abdullahi Saliu" userId="44f647e9d08cd165" providerId="Windows Live" clId="Web-{44DFE6D3-AEE3-8A41-DE8A-ED2452E9C25D}" dt="2025-03-20T09:30:18.018" v="949"/>
          <ac:spMkLst>
            <pc:docMk/>
            <pc:sldMk cId="2399532177" sldId="264"/>
            <ac:spMk id="9" creationId="{A4AC5506-6312-4701-8D3C-40187889A947}"/>
          </ac:spMkLst>
        </pc:spChg>
        <pc:spChg chg="add mod">
          <ac:chgData name="Abdullahi Saliu" userId="44f647e9d08cd165" providerId="Windows Live" clId="Web-{44DFE6D3-AEE3-8A41-DE8A-ED2452E9C25D}" dt="2025-03-20T09:42:38.827" v="1101" actId="14100"/>
          <ac:spMkLst>
            <pc:docMk/>
            <pc:sldMk cId="2399532177" sldId="264"/>
            <ac:spMk id="13" creationId="{0A785912-2790-41AA-BF10-19CCE2DC5306}"/>
          </ac:spMkLst>
        </pc:spChg>
        <pc:spChg chg="add del">
          <ac:chgData name="Abdullahi Saliu" userId="44f647e9d08cd165" providerId="Windows Live" clId="Web-{44DFE6D3-AEE3-8A41-DE8A-ED2452E9C25D}" dt="2025-03-20T09:32:34.820" v="964"/>
          <ac:spMkLst>
            <pc:docMk/>
            <pc:sldMk cId="2399532177" sldId="264"/>
            <ac:spMk id="16" creationId="{1B15ED52-F352-441B-82BF-E0EA34836D08}"/>
          </ac:spMkLst>
        </pc:spChg>
        <pc:spChg chg="add del">
          <ac:chgData name="Abdullahi Saliu" userId="44f647e9d08cd165" providerId="Windows Live" clId="Web-{44DFE6D3-AEE3-8A41-DE8A-ED2452E9C25D}" dt="2025-03-20T09:32:34.820" v="964"/>
          <ac:spMkLst>
            <pc:docMk/>
            <pc:sldMk cId="2399532177" sldId="264"/>
            <ac:spMk id="18" creationId="{3B2E3793-BFE6-45A2-9B7B-E18844431C99}"/>
          </ac:spMkLst>
        </pc:spChg>
        <pc:spChg chg="add del">
          <ac:chgData name="Abdullahi Saliu" userId="44f647e9d08cd165" providerId="Windows Live" clId="Web-{44DFE6D3-AEE3-8A41-DE8A-ED2452E9C25D}" dt="2025-03-20T09:32:34.820" v="964"/>
          <ac:spMkLst>
            <pc:docMk/>
            <pc:sldMk cId="2399532177" sldId="264"/>
            <ac:spMk id="20" creationId="{BC4C4868-CB8F-4AF9-9CDB-8108F2C19B67}"/>
          </ac:spMkLst>
        </pc:spChg>
        <pc:spChg chg="add del">
          <ac:chgData name="Abdullahi Saliu" userId="44f647e9d08cd165" providerId="Windows Live" clId="Web-{44DFE6D3-AEE3-8A41-DE8A-ED2452E9C25D}" dt="2025-03-20T09:32:34.820" v="964"/>
          <ac:spMkLst>
            <pc:docMk/>
            <pc:sldMk cId="2399532177" sldId="264"/>
            <ac:spMk id="22" creationId="{375E0459-6403-40CD-989D-56A4407CA12E}"/>
          </ac:spMkLst>
        </pc:spChg>
        <pc:spChg chg="add del">
          <ac:chgData name="Abdullahi Saliu" userId="44f647e9d08cd165" providerId="Windows Live" clId="Web-{44DFE6D3-AEE3-8A41-DE8A-ED2452E9C25D}" dt="2025-03-20T09:32:34.820" v="964"/>
          <ac:spMkLst>
            <pc:docMk/>
            <pc:sldMk cId="2399532177" sldId="264"/>
            <ac:spMk id="24" creationId="{53E5B1A8-3AC9-4BD1-9BBC-78CA94F2D1BA}"/>
          </ac:spMkLst>
        </pc:spChg>
        <pc:spChg chg="add">
          <ac:chgData name="Abdullahi Saliu" userId="44f647e9d08cd165" providerId="Windows Live" clId="Web-{44DFE6D3-AEE3-8A41-DE8A-ED2452E9C25D}" dt="2025-03-20T09:32:34.820" v="964"/>
          <ac:spMkLst>
            <pc:docMk/>
            <pc:sldMk cId="2399532177" sldId="264"/>
            <ac:spMk id="29" creationId="{7FF47CB7-972F-479F-A36D-9E72D26EC8DA}"/>
          </ac:spMkLst>
        </pc:spChg>
        <pc:spChg chg="add">
          <ac:chgData name="Abdullahi Saliu" userId="44f647e9d08cd165" providerId="Windows Live" clId="Web-{44DFE6D3-AEE3-8A41-DE8A-ED2452E9C25D}" dt="2025-03-20T09:32:34.820" v="964"/>
          <ac:spMkLst>
            <pc:docMk/>
            <pc:sldMk cId="2399532177" sldId="264"/>
            <ac:spMk id="31" creationId="{0D153B68-5844-490D-8E67-F616D6D721CA}"/>
          </ac:spMkLst>
        </pc:spChg>
        <pc:spChg chg="add">
          <ac:chgData name="Abdullahi Saliu" userId="44f647e9d08cd165" providerId="Windows Live" clId="Web-{44DFE6D3-AEE3-8A41-DE8A-ED2452E9C25D}" dt="2025-03-20T09:32:34.820" v="964"/>
          <ac:spMkLst>
            <pc:docMk/>
            <pc:sldMk cId="2399532177" sldId="264"/>
            <ac:spMk id="33" creationId="{9A0D773F-7A7D-4DBB-9DEA-86BB8B8F4BC8}"/>
          </ac:spMkLst>
        </pc:spChg>
        <pc:picChg chg="add mod ord">
          <ac:chgData name="Abdullahi Saliu" userId="44f647e9d08cd165" providerId="Windows Live" clId="Web-{44DFE6D3-AEE3-8A41-DE8A-ED2452E9C25D}" dt="2025-03-20T09:33:06.352" v="968" actId="1076"/>
          <ac:picMkLst>
            <pc:docMk/>
            <pc:sldMk cId="2399532177" sldId="264"/>
            <ac:picMk id="4" creationId="{A06ABEA7-05F9-60FB-89AB-D64C8CEEF63D}"/>
          </ac:picMkLst>
        </pc:picChg>
      </pc:sldChg>
      <pc:sldChg chg="addSp delSp modSp new mod setBg">
        <pc:chgData name="Abdullahi Saliu" userId="44f647e9d08cd165" providerId="Windows Live" clId="Web-{44DFE6D3-AEE3-8A41-DE8A-ED2452E9C25D}" dt="2025-03-20T09:51:09.644" v="1253" actId="1076"/>
        <pc:sldMkLst>
          <pc:docMk/>
          <pc:sldMk cId="3495238567" sldId="265"/>
        </pc:sldMkLst>
        <pc:spChg chg="mod">
          <ac:chgData name="Abdullahi Saliu" userId="44f647e9d08cd165" providerId="Windows Live" clId="Web-{44DFE6D3-AEE3-8A41-DE8A-ED2452E9C25D}" dt="2025-03-20T09:49:55.156" v="1249"/>
          <ac:spMkLst>
            <pc:docMk/>
            <pc:sldMk cId="3495238567" sldId="265"/>
            <ac:spMk id="2" creationId="{547EACF1-AD59-B625-843B-F1DC684419AA}"/>
          </ac:spMkLst>
        </pc:spChg>
        <pc:spChg chg="mod ord">
          <ac:chgData name="Abdullahi Saliu" userId="44f647e9d08cd165" providerId="Windows Live" clId="Web-{44DFE6D3-AEE3-8A41-DE8A-ED2452E9C25D}" dt="2025-03-20T09:49:55.156" v="1249"/>
          <ac:spMkLst>
            <pc:docMk/>
            <pc:sldMk cId="3495238567" sldId="265"/>
            <ac:spMk id="3" creationId="{9450AF62-0B5B-3BE8-E367-7B6B53C7C477}"/>
          </ac:spMkLst>
        </pc:spChg>
        <pc:spChg chg="add del">
          <ac:chgData name="Abdullahi Saliu" userId="44f647e9d08cd165" providerId="Windows Live" clId="Web-{44DFE6D3-AEE3-8A41-DE8A-ED2452E9C25D}" dt="2025-03-20T09:49:55.156" v="1249"/>
          <ac:spMkLst>
            <pc:docMk/>
            <pc:sldMk cId="3495238567" sldId="265"/>
            <ac:spMk id="7" creationId="{2B97F24A-32CE-4C1C-A50D-3016B394DCFB}"/>
          </ac:spMkLst>
        </pc:spChg>
        <pc:spChg chg="add del">
          <ac:chgData name="Abdullahi Saliu" userId="44f647e9d08cd165" providerId="Windows Live" clId="Web-{44DFE6D3-AEE3-8A41-DE8A-ED2452E9C25D}" dt="2025-03-20T09:49:55.156" v="1249"/>
          <ac:spMkLst>
            <pc:docMk/>
            <pc:sldMk cId="3495238567" sldId="265"/>
            <ac:spMk id="8" creationId="{CD8B4F24-440B-49E9-B85D-733523DC064B}"/>
          </ac:spMkLst>
        </pc:spChg>
        <pc:spChg chg="add del">
          <ac:chgData name="Abdullahi Saliu" userId="44f647e9d08cd165" providerId="Windows Live" clId="Web-{44DFE6D3-AEE3-8A41-DE8A-ED2452E9C25D}" dt="2025-03-20T09:45:34.006" v="1112"/>
          <ac:spMkLst>
            <pc:docMk/>
            <pc:sldMk cId="3495238567" sldId="265"/>
            <ac:spMk id="10" creationId="{B95B9BA8-1D69-4796-85F5-B6D0BD52354B}"/>
          </ac:spMkLst>
        </pc:spChg>
        <pc:spChg chg="add">
          <ac:chgData name="Abdullahi Saliu" userId="44f647e9d08cd165" providerId="Windows Live" clId="Web-{44DFE6D3-AEE3-8A41-DE8A-ED2452E9C25D}" dt="2025-03-20T09:49:55.156" v="1249"/>
          <ac:spMkLst>
            <pc:docMk/>
            <pc:sldMk cId="3495238567" sldId="265"/>
            <ac:spMk id="13" creationId="{058A14AF-9FB5-4CC7-BA35-E8E85D3EDF0E}"/>
          </ac:spMkLst>
        </pc:spChg>
        <pc:spChg chg="add">
          <ac:chgData name="Abdullahi Saliu" userId="44f647e9d08cd165" providerId="Windows Live" clId="Web-{44DFE6D3-AEE3-8A41-DE8A-ED2452E9C25D}" dt="2025-03-20T09:49:55.156" v="1249"/>
          <ac:spMkLst>
            <pc:docMk/>
            <pc:sldMk cId="3495238567" sldId="265"/>
            <ac:spMk id="15" creationId="{3A9A4357-BD1D-4622-A4FE-766E6AB8DE84}"/>
          </ac:spMkLst>
        </pc:spChg>
        <pc:spChg chg="add">
          <ac:chgData name="Abdullahi Saliu" userId="44f647e9d08cd165" providerId="Windows Live" clId="Web-{44DFE6D3-AEE3-8A41-DE8A-ED2452E9C25D}" dt="2025-03-20T09:49:55.156" v="1249"/>
          <ac:spMkLst>
            <pc:docMk/>
            <pc:sldMk cId="3495238567" sldId="265"/>
            <ac:spMk id="17" creationId="{E659831F-0D9A-4C63-9EBB-8435B85A440F}"/>
          </ac:spMkLst>
        </pc:spChg>
        <pc:spChg chg="add">
          <ac:chgData name="Abdullahi Saliu" userId="44f647e9d08cd165" providerId="Windows Live" clId="Web-{44DFE6D3-AEE3-8A41-DE8A-ED2452E9C25D}" dt="2025-03-20T09:49:55.156" v="1249"/>
          <ac:spMkLst>
            <pc:docMk/>
            <pc:sldMk cId="3495238567" sldId="265"/>
            <ac:spMk id="19" creationId="{E6995CE5-F890-4ABA-82A2-26507CE8D2A3}"/>
          </ac:spMkLst>
        </pc:spChg>
        <pc:grpChg chg="add del">
          <ac:chgData name="Abdullahi Saliu" userId="44f647e9d08cd165" providerId="Windows Live" clId="Web-{44DFE6D3-AEE3-8A41-DE8A-ED2452E9C25D}" dt="2025-03-20T09:45:34.006" v="1112"/>
          <ac:grpSpMkLst>
            <pc:docMk/>
            <pc:sldMk cId="3495238567" sldId="265"/>
            <ac:grpSpMk id="12" creationId="{D44E3F87-3D58-4B03-86B2-15A5C5B9C964}"/>
          </ac:grpSpMkLst>
        </pc:grpChg>
        <pc:picChg chg="add del mod">
          <ac:chgData name="Abdullahi Saliu" userId="44f647e9d08cd165" providerId="Windows Live" clId="Web-{44DFE6D3-AEE3-8A41-DE8A-ED2452E9C25D}" dt="2025-03-20T09:44:24.503" v="1109"/>
          <ac:picMkLst>
            <pc:docMk/>
            <pc:sldMk cId="3495238567" sldId="265"/>
            <ac:picMk id="4" creationId="{0186AAE0-9971-3D36-46BF-05E5AEF57E0E}"/>
          </ac:picMkLst>
        </pc:picChg>
        <pc:picChg chg="add mod">
          <ac:chgData name="Abdullahi Saliu" userId="44f647e9d08cd165" providerId="Windows Live" clId="Web-{44DFE6D3-AEE3-8A41-DE8A-ED2452E9C25D}" dt="2025-03-20T09:51:09.644" v="1253" actId="1076"/>
          <ac:picMkLst>
            <pc:docMk/>
            <pc:sldMk cId="3495238567" sldId="265"/>
            <ac:picMk id="5" creationId="{050A293B-22B6-A8FE-3ECD-ABBED73CF01D}"/>
          </ac:picMkLst>
        </pc:picChg>
      </pc:sldChg>
      <pc:sldChg chg="addSp modSp new mod setBg">
        <pc:chgData name="Abdullahi Saliu" userId="44f647e9d08cd165" providerId="Windows Live" clId="Web-{44DFE6D3-AEE3-8A41-DE8A-ED2452E9C25D}" dt="2025-03-20T10:03:28.687" v="1654" actId="20577"/>
        <pc:sldMkLst>
          <pc:docMk/>
          <pc:sldMk cId="3488086599" sldId="266"/>
        </pc:sldMkLst>
        <pc:spChg chg="mod">
          <ac:chgData name="Abdullahi Saliu" userId="44f647e9d08cd165" providerId="Windows Live" clId="Web-{44DFE6D3-AEE3-8A41-DE8A-ED2452E9C25D}" dt="2025-03-20T10:03:28.687" v="1654" actId="20577"/>
          <ac:spMkLst>
            <pc:docMk/>
            <pc:sldMk cId="3488086599" sldId="266"/>
            <ac:spMk id="2" creationId="{22AD7AE3-689A-BDA8-B796-F96BABA3A314}"/>
          </ac:spMkLst>
        </pc:spChg>
        <pc:spChg chg="mod">
          <ac:chgData name="Abdullahi Saliu" userId="44f647e9d08cd165" providerId="Windows Live" clId="Web-{44DFE6D3-AEE3-8A41-DE8A-ED2452E9C25D}" dt="2025-03-20T10:01:38.996" v="1618"/>
          <ac:spMkLst>
            <pc:docMk/>
            <pc:sldMk cId="3488086599" sldId="266"/>
            <ac:spMk id="3" creationId="{ADBDC9F4-7E40-AB17-CA64-286E3F9B6E79}"/>
          </ac:spMkLst>
        </pc:spChg>
        <pc:spChg chg="add">
          <ac:chgData name="Abdullahi Saliu" userId="44f647e9d08cd165" providerId="Windows Live" clId="Web-{44DFE6D3-AEE3-8A41-DE8A-ED2452E9C25D}" dt="2025-03-20T10:01:38.996" v="1618"/>
          <ac:spMkLst>
            <pc:docMk/>
            <pc:sldMk cId="3488086599" sldId="266"/>
            <ac:spMk id="9" creationId="{0B9EE3F3-89B7-43C3-8651-C4C96830993D}"/>
          </ac:spMkLst>
        </pc:spChg>
        <pc:spChg chg="add">
          <ac:chgData name="Abdullahi Saliu" userId="44f647e9d08cd165" providerId="Windows Live" clId="Web-{44DFE6D3-AEE3-8A41-DE8A-ED2452E9C25D}" dt="2025-03-20T10:01:38.996" v="1618"/>
          <ac:spMkLst>
            <pc:docMk/>
            <pc:sldMk cId="3488086599" sldId="266"/>
            <ac:spMk id="11" creationId="{33AE4636-AEEC-45D6-84D4-7AC2DA48ECF8}"/>
          </ac:spMkLst>
        </pc:spChg>
        <pc:spChg chg="add">
          <ac:chgData name="Abdullahi Saliu" userId="44f647e9d08cd165" providerId="Windows Live" clId="Web-{44DFE6D3-AEE3-8A41-DE8A-ED2452E9C25D}" dt="2025-03-20T10:01:38.996" v="1618"/>
          <ac:spMkLst>
            <pc:docMk/>
            <pc:sldMk cId="3488086599" sldId="266"/>
            <ac:spMk id="13" creationId="{8D9CE0F4-2EB2-4F1F-8AAC-DB3571D9FE10}"/>
          </ac:spMkLst>
        </pc:spChg>
        <pc:picChg chg="add mod">
          <ac:chgData name="Abdullahi Saliu" userId="44f647e9d08cd165" providerId="Windows Live" clId="Web-{44DFE6D3-AEE3-8A41-DE8A-ED2452E9C25D}" dt="2025-03-20T10:01:38.996" v="1618"/>
          <ac:picMkLst>
            <pc:docMk/>
            <pc:sldMk cId="3488086599" sldId="266"/>
            <ac:picMk id="4" creationId="{4D8E79F2-55C4-8875-34EA-9BB483D0F859}"/>
          </ac:picMkLst>
        </pc:picChg>
      </pc:sldChg>
      <pc:sldChg chg="addSp delSp modSp new mod setBg">
        <pc:chgData name="Abdullahi Saliu" userId="44f647e9d08cd165" providerId="Windows Live" clId="Web-{44DFE6D3-AEE3-8A41-DE8A-ED2452E9C25D}" dt="2025-03-20T10:03:01.327" v="1645"/>
        <pc:sldMkLst>
          <pc:docMk/>
          <pc:sldMk cId="1087766423" sldId="267"/>
        </pc:sldMkLst>
        <pc:spChg chg="mod">
          <ac:chgData name="Abdullahi Saliu" userId="44f647e9d08cd165" providerId="Windows Live" clId="Web-{44DFE6D3-AEE3-8A41-DE8A-ED2452E9C25D}" dt="2025-03-20T10:03:01.327" v="1645"/>
          <ac:spMkLst>
            <pc:docMk/>
            <pc:sldMk cId="1087766423" sldId="267"/>
            <ac:spMk id="2" creationId="{264F10DF-51D8-11F7-F70A-29585F60225B}"/>
          </ac:spMkLst>
        </pc:spChg>
        <pc:spChg chg="del">
          <ac:chgData name="Abdullahi Saliu" userId="44f647e9d08cd165" providerId="Windows Live" clId="Web-{44DFE6D3-AEE3-8A41-DE8A-ED2452E9C25D}" dt="2025-03-20T10:02:16.138" v="1620"/>
          <ac:spMkLst>
            <pc:docMk/>
            <pc:sldMk cId="1087766423" sldId="267"/>
            <ac:spMk id="3" creationId="{D47D4B8D-7C2C-85BE-B3AA-60F0272701E1}"/>
          </ac:spMkLst>
        </pc:spChg>
        <pc:spChg chg="add">
          <ac:chgData name="Abdullahi Saliu" userId="44f647e9d08cd165" providerId="Windows Live" clId="Web-{44DFE6D3-AEE3-8A41-DE8A-ED2452E9C25D}" dt="2025-03-20T10:03:01.327" v="1645"/>
          <ac:spMkLst>
            <pc:docMk/>
            <pc:sldMk cId="1087766423" sldId="267"/>
            <ac:spMk id="9" creationId="{F0DCC097-1DB8-4B6D-85D0-6FBA0E1CA4BA}"/>
          </ac:spMkLst>
        </pc:spChg>
        <pc:spChg chg="add">
          <ac:chgData name="Abdullahi Saliu" userId="44f647e9d08cd165" providerId="Windows Live" clId="Web-{44DFE6D3-AEE3-8A41-DE8A-ED2452E9C25D}" dt="2025-03-20T10:03:01.327" v="1645"/>
          <ac:spMkLst>
            <pc:docMk/>
            <pc:sldMk cId="1087766423" sldId="267"/>
            <ac:spMk id="11" creationId="{E0B58608-23C8-4441-994D-C6823EEE1DB7}"/>
          </ac:spMkLst>
        </pc:spChg>
        <pc:picChg chg="add mod ord">
          <ac:chgData name="Abdullahi Saliu" userId="44f647e9d08cd165" providerId="Windows Live" clId="Web-{44DFE6D3-AEE3-8A41-DE8A-ED2452E9C25D}" dt="2025-03-20T10:03:01.327" v="1645"/>
          <ac:picMkLst>
            <pc:docMk/>
            <pc:sldMk cId="1087766423" sldId="267"/>
            <ac:picMk id="4" creationId="{C31A6A5E-E0B3-1BA5-2263-9AC60A881015}"/>
          </ac:picMkLst>
        </pc:picChg>
      </pc:sldChg>
      <pc:sldChg chg="addSp delSp modSp new mod setBg">
        <pc:chgData name="Abdullahi Saliu" userId="44f647e9d08cd165" providerId="Windows Live" clId="Web-{44DFE6D3-AEE3-8A41-DE8A-ED2452E9C25D}" dt="2025-03-20T10:14:33.572" v="1771" actId="20577"/>
        <pc:sldMkLst>
          <pc:docMk/>
          <pc:sldMk cId="1865469550" sldId="268"/>
        </pc:sldMkLst>
        <pc:spChg chg="mod">
          <ac:chgData name="Abdullahi Saliu" userId="44f647e9d08cd165" providerId="Windows Live" clId="Web-{44DFE6D3-AEE3-8A41-DE8A-ED2452E9C25D}" dt="2025-03-20T10:14:33.572" v="1771" actId="20577"/>
          <ac:spMkLst>
            <pc:docMk/>
            <pc:sldMk cId="1865469550" sldId="268"/>
            <ac:spMk id="2" creationId="{8B6AE1AB-B7B1-C2C5-B851-2D5EBDF7464D}"/>
          </ac:spMkLst>
        </pc:spChg>
        <pc:spChg chg="del">
          <ac:chgData name="Abdullahi Saliu" userId="44f647e9d08cd165" providerId="Windows Live" clId="Web-{44DFE6D3-AEE3-8A41-DE8A-ED2452E9C25D}" dt="2025-03-20T10:04:55.331" v="1678"/>
          <ac:spMkLst>
            <pc:docMk/>
            <pc:sldMk cId="1865469550" sldId="268"/>
            <ac:spMk id="3" creationId="{17C97DBD-3FE8-79CE-27C3-A9877DA076F9}"/>
          </ac:spMkLst>
        </pc:spChg>
        <pc:spChg chg="add">
          <ac:chgData name="Abdullahi Saliu" userId="44f647e9d08cd165" providerId="Windows Live" clId="Web-{44DFE6D3-AEE3-8A41-DE8A-ED2452E9C25D}" dt="2025-03-20T10:06:16.694" v="1729"/>
          <ac:spMkLst>
            <pc:docMk/>
            <pc:sldMk cId="1865469550" sldId="268"/>
            <ac:spMk id="9" creationId="{F0DCC097-1DB8-4B6D-85D0-6FBA0E1CA4BA}"/>
          </ac:spMkLst>
        </pc:spChg>
        <pc:spChg chg="add">
          <ac:chgData name="Abdullahi Saliu" userId="44f647e9d08cd165" providerId="Windows Live" clId="Web-{44DFE6D3-AEE3-8A41-DE8A-ED2452E9C25D}" dt="2025-03-20T10:06:16.694" v="1729"/>
          <ac:spMkLst>
            <pc:docMk/>
            <pc:sldMk cId="1865469550" sldId="268"/>
            <ac:spMk id="11" creationId="{E0B58608-23C8-4441-994D-C6823EEE1DB7}"/>
          </ac:spMkLst>
        </pc:spChg>
        <pc:picChg chg="add mod ord">
          <ac:chgData name="Abdullahi Saliu" userId="44f647e9d08cd165" providerId="Windows Live" clId="Web-{44DFE6D3-AEE3-8A41-DE8A-ED2452E9C25D}" dt="2025-03-20T10:06:16.694" v="1729"/>
          <ac:picMkLst>
            <pc:docMk/>
            <pc:sldMk cId="1865469550" sldId="268"/>
            <ac:picMk id="4" creationId="{A1232BF9-922D-0385-EF15-978E83867037}"/>
          </ac:picMkLst>
        </pc:picChg>
      </pc:sldChg>
    </pc:docChg>
  </pc:docChgLst>
  <pc:docChgLst>
    <pc:chgData name="Abdullahi Saliu" userId="44f647e9d08cd165" providerId="Windows Live" clId="Web-{5CA59BB9-91B6-44C7-A838-37C0638B7835}"/>
    <pc:docChg chg="addSld modSld">
      <pc:chgData name="Abdullahi Saliu" userId="44f647e9d08cd165" providerId="Windows Live" clId="Web-{5CA59BB9-91B6-44C7-A838-37C0638B7835}" dt="2025-03-20T14:21:15.386" v="1811"/>
      <pc:docMkLst>
        <pc:docMk/>
      </pc:docMkLst>
      <pc:sldChg chg="addSp modSp mod setBg">
        <pc:chgData name="Abdullahi Saliu" userId="44f647e9d08cd165" providerId="Windows Live" clId="Web-{5CA59BB9-91B6-44C7-A838-37C0638B7835}" dt="2025-03-20T12:21:50.866" v="148"/>
        <pc:sldMkLst>
          <pc:docMk/>
          <pc:sldMk cId="2166055549" sldId="263"/>
        </pc:sldMkLst>
        <pc:spChg chg="mod">
          <ac:chgData name="Abdullahi Saliu" userId="44f647e9d08cd165" providerId="Windows Live" clId="Web-{5CA59BB9-91B6-44C7-A838-37C0638B7835}" dt="2025-03-20T12:21:50.866" v="148"/>
          <ac:spMkLst>
            <pc:docMk/>
            <pc:sldMk cId="2166055549" sldId="263"/>
            <ac:spMk id="2" creationId="{3B27A663-87E8-B8FC-BA31-EDF7B7C32C7C}"/>
          </ac:spMkLst>
        </pc:spChg>
        <pc:spChg chg="mod">
          <ac:chgData name="Abdullahi Saliu" userId="44f647e9d08cd165" providerId="Windows Live" clId="Web-{5CA59BB9-91B6-44C7-A838-37C0638B7835}" dt="2025-03-20T12:21:50.866" v="148"/>
          <ac:spMkLst>
            <pc:docMk/>
            <pc:sldMk cId="2166055549" sldId="263"/>
            <ac:spMk id="3" creationId="{B23DAEE4-67A9-D7A9-0C7A-DECE197BC418}"/>
          </ac:spMkLst>
        </pc:spChg>
        <pc:spChg chg="add">
          <ac:chgData name="Abdullahi Saliu" userId="44f647e9d08cd165" providerId="Windows Live" clId="Web-{5CA59BB9-91B6-44C7-A838-37C0638B7835}" dt="2025-03-20T12:21:50.866" v="148"/>
          <ac:spMkLst>
            <pc:docMk/>
            <pc:sldMk cId="2166055549" sldId="263"/>
            <ac:spMk id="8" creationId="{DEE2AD96-B495-4E06-9291-B71706F728CB}"/>
          </ac:spMkLst>
        </pc:spChg>
        <pc:spChg chg="add">
          <ac:chgData name="Abdullahi Saliu" userId="44f647e9d08cd165" providerId="Windows Live" clId="Web-{5CA59BB9-91B6-44C7-A838-37C0638B7835}" dt="2025-03-20T12:21:50.866" v="148"/>
          <ac:spMkLst>
            <pc:docMk/>
            <pc:sldMk cId="2166055549" sldId="263"/>
            <ac:spMk id="10" creationId="{53CF6D67-C5A8-4ADD-9E8E-1E38CA1D3166}"/>
          </ac:spMkLst>
        </pc:spChg>
        <pc:spChg chg="add">
          <ac:chgData name="Abdullahi Saliu" userId="44f647e9d08cd165" providerId="Windows Live" clId="Web-{5CA59BB9-91B6-44C7-A838-37C0638B7835}" dt="2025-03-20T12:21:50.866" v="148"/>
          <ac:spMkLst>
            <pc:docMk/>
            <pc:sldMk cId="2166055549" sldId="263"/>
            <ac:spMk id="12" creationId="{86909FA0-B515-4681-B7A8-FA281D133B94}"/>
          </ac:spMkLst>
        </pc:spChg>
        <pc:spChg chg="add">
          <ac:chgData name="Abdullahi Saliu" userId="44f647e9d08cd165" providerId="Windows Live" clId="Web-{5CA59BB9-91B6-44C7-A838-37C0638B7835}" dt="2025-03-20T12:21:50.866" v="148"/>
          <ac:spMkLst>
            <pc:docMk/>
            <pc:sldMk cId="2166055549" sldId="263"/>
            <ac:spMk id="14" creationId="{21C9FE86-FCC3-4A31-AA1C-C882262B7FE7}"/>
          </ac:spMkLst>
        </pc:spChg>
        <pc:spChg chg="add">
          <ac:chgData name="Abdullahi Saliu" userId="44f647e9d08cd165" providerId="Windows Live" clId="Web-{5CA59BB9-91B6-44C7-A838-37C0638B7835}" dt="2025-03-20T12:21:50.866" v="148"/>
          <ac:spMkLst>
            <pc:docMk/>
            <pc:sldMk cId="2166055549" sldId="263"/>
            <ac:spMk id="16" creationId="{7D96243B-ECED-4B71-8E06-AE9A285EAD20}"/>
          </ac:spMkLst>
        </pc:spChg>
        <pc:spChg chg="add">
          <ac:chgData name="Abdullahi Saliu" userId="44f647e9d08cd165" providerId="Windows Live" clId="Web-{5CA59BB9-91B6-44C7-A838-37C0638B7835}" dt="2025-03-20T12:21:50.866" v="148"/>
          <ac:spMkLst>
            <pc:docMk/>
            <pc:sldMk cId="2166055549" sldId="263"/>
            <ac:spMk id="18" creationId="{A09989E4-EFDC-4A90-A633-E0525FB4139E}"/>
          </ac:spMkLst>
        </pc:spChg>
      </pc:sldChg>
      <pc:sldChg chg="addSp delSp modSp new mod setBg">
        <pc:chgData name="Abdullahi Saliu" userId="44f647e9d08cd165" providerId="Windows Live" clId="Web-{5CA59BB9-91B6-44C7-A838-37C0638B7835}" dt="2025-03-20T12:42:02.300" v="388" actId="14100"/>
        <pc:sldMkLst>
          <pc:docMk/>
          <pc:sldMk cId="2771850688" sldId="269"/>
        </pc:sldMkLst>
        <pc:spChg chg="mod">
          <ac:chgData name="Abdullahi Saliu" userId="44f647e9d08cd165" providerId="Windows Live" clId="Web-{5CA59BB9-91B6-44C7-A838-37C0638B7835}" dt="2025-03-20T12:35:17.723" v="283"/>
          <ac:spMkLst>
            <pc:docMk/>
            <pc:sldMk cId="2771850688" sldId="269"/>
            <ac:spMk id="2" creationId="{E4D5A364-24DA-90C6-5780-8F9F5B82AD0D}"/>
          </ac:spMkLst>
        </pc:spChg>
        <pc:spChg chg="mod">
          <ac:chgData name="Abdullahi Saliu" userId="44f647e9d08cd165" providerId="Windows Live" clId="Web-{5CA59BB9-91B6-44C7-A838-37C0638B7835}" dt="2025-03-20T12:42:02.300" v="388" actId="14100"/>
          <ac:spMkLst>
            <pc:docMk/>
            <pc:sldMk cId="2771850688" sldId="269"/>
            <ac:spMk id="3" creationId="{1DBB2540-604A-CF85-C804-952C6BB7D6E7}"/>
          </ac:spMkLst>
        </pc:spChg>
        <pc:spChg chg="add del">
          <ac:chgData name="Abdullahi Saliu" userId="44f647e9d08cd165" providerId="Windows Live" clId="Web-{5CA59BB9-91B6-44C7-A838-37C0638B7835}" dt="2025-03-20T12:33:56.564" v="274"/>
          <ac:spMkLst>
            <pc:docMk/>
            <pc:sldMk cId="2771850688" sldId="269"/>
            <ac:spMk id="9" creationId="{A8384FB5-9ADC-4DDC-881B-597D56F5B15D}"/>
          </ac:spMkLst>
        </pc:spChg>
        <pc:spChg chg="add del">
          <ac:chgData name="Abdullahi Saliu" userId="44f647e9d08cd165" providerId="Windows Live" clId="Web-{5CA59BB9-91B6-44C7-A838-37C0638B7835}" dt="2025-03-20T12:33:56.564" v="274"/>
          <ac:spMkLst>
            <pc:docMk/>
            <pc:sldMk cId="2771850688" sldId="269"/>
            <ac:spMk id="11" creationId="{91E5A9A7-95C6-4F4F-B00E-C82E07FE62EF}"/>
          </ac:spMkLst>
        </pc:spChg>
        <pc:spChg chg="add del">
          <ac:chgData name="Abdullahi Saliu" userId="44f647e9d08cd165" providerId="Windows Live" clId="Web-{5CA59BB9-91B6-44C7-A838-37C0638B7835}" dt="2025-03-20T12:33:56.564" v="274"/>
          <ac:spMkLst>
            <pc:docMk/>
            <pc:sldMk cId="2771850688" sldId="269"/>
            <ac:spMk id="13" creationId="{D07DD2DE-F619-49DD-B5E7-03A290FF4ED1}"/>
          </ac:spMkLst>
        </pc:spChg>
        <pc:spChg chg="add del">
          <ac:chgData name="Abdullahi Saliu" userId="44f647e9d08cd165" providerId="Windows Live" clId="Web-{5CA59BB9-91B6-44C7-A838-37C0638B7835}" dt="2025-03-20T12:33:56.564" v="274"/>
          <ac:spMkLst>
            <pc:docMk/>
            <pc:sldMk cId="2771850688" sldId="269"/>
            <ac:spMk id="15" creationId="{85149191-5F60-4A28-AAFF-039F96B0F3EC}"/>
          </ac:spMkLst>
        </pc:spChg>
        <pc:spChg chg="add del">
          <ac:chgData name="Abdullahi Saliu" userId="44f647e9d08cd165" providerId="Windows Live" clId="Web-{5CA59BB9-91B6-44C7-A838-37C0638B7835}" dt="2025-03-20T12:33:56.564" v="274"/>
          <ac:spMkLst>
            <pc:docMk/>
            <pc:sldMk cId="2771850688" sldId="269"/>
            <ac:spMk id="17" creationId="{F8260ED5-17F7-4158-B241-D51DD4CF1B7E}"/>
          </ac:spMkLst>
        </pc:spChg>
        <pc:spChg chg="add del">
          <ac:chgData name="Abdullahi Saliu" userId="44f647e9d08cd165" providerId="Windows Live" clId="Web-{5CA59BB9-91B6-44C7-A838-37C0638B7835}" dt="2025-03-20T12:34:00.158" v="276"/>
          <ac:spMkLst>
            <pc:docMk/>
            <pc:sldMk cId="2771850688" sldId="269"/>
            <ac:spMk id="19" creationId="{C84384FE-1C88-4CAA-8FB8-2313A3AE734D}"/>
          </ac:spMkLst>
        </pc:spChg>
        <pc:spChg chg="add del">
          <ac:chgData name="Abdullahi Saliu" userId="44f647e9d08cd165" providerId="Windows Live" clId="Web-{5CA59BB9-91B6-44C7-A838-37C0638B7835}" dt="2025-03-20T12:34:00.158" v="276"/>
          <ac:spMkLst>
            <pc:docMk/>
            <pc:sldMk cId="2771850688" sldId="269"/>
            <ac:spMk id="20" creationId="{49B447FE-DDA9-4B30-828A-59FC569124E2}"/>
          </ac:spMkLst>
        </pc:spChg>
        <pc:spChg chg="add del">
          <ac:chgData name="Abdullahi Saliu" userId="44f647e9d08cd165" providerId="Windows Live" clId="Web-{5CA59BB9-91B6-44C7-A838-37C0638B7835}" dt="2025-03-20T12:34:00.158" v="276"/>
          <ac:spMkLst>
            <pc:docMk/>
            <pc:sldMk cId="2771850688" sldId="269"/>
            <ac:spMk id="21" creationId="{C3D487F7-9050-4871-B351-34A72ADB296C}"/>
          </ac:spMkLst>
        </pc:spChg>
        <pc:spChg chg="add del">
          <ac:chgData name="Abdullahi Saliu" userId="44f647e9d08cd165" providerId="Windows Live" clId="Web-{5CA59BB9-91B6-44C7-A838-37C0638B7835}" dt="2025-03-20T12:34:00.158" v="276"/>
          <ac:spMkLst>
            <pc:docMk/>
            <pc:sldMk cId="2771850688" sldId="269"/>
            <ac:spMk id="22" creationId="{F43C27DD-EF6A-4C48-9669-C2970E71A814}"/>
          </ac:spMkLst>
        </pc:spChg>
        <pc:spChg chg="add del">
          <ac:chgData name="Abdullahi Saliu" userId="44f647e9d08cd165" providerId="Windows Live" clId="Web-{5CA59BB9-91B6-44C7-A838-37C0638B7835}" dt="2025-03-20T12:34:00.158" v="276"/>
          <ac:spMkLst>
            <pc:docMk/>
            <pc:sldMk cId="2771850688" sldId="269"/>
            <ac:spMk id="23" creationId="{05A1AA86-B7E6-4C02-AA34-F1A25CD4CCBD}"/>
          </ac:spMkLst>
        </pc:spChg>
        <pc:spChg chg="add del">
          <ac:chgData name="Abdullahi Saliu" userId="44f647e9d08cd165" providerId="Windows Live" clId="Web-{5CA59BB9-91B6-44C7-A838-37C0638B7835}" dt="2025-03-20T12:34:00.158" v="276"/>
          <ac:spMkLst>
            <pc:docMk/>
            <pc:sldMk cId="2771850688" sldId="269"/>
            <ac:spMk id="24" creationId="{86C3B9CB-4E48-4726-B7B9-9E02F71B150F}"/>
          </ac:spMkLst>
        </pc:spChg>
        <pc:spChg chg="add del">
          <ac:chgData name="Abdullahi Saliu" userId="44f647e9d08cd165" providerId="Windows Live" clId="Web-{5CA59BB9-91B6-44C7-A838-37C0638B7835}" dt="2025-03-20T12:35:17.723" v="283"/>
          <ac:spMkLst>
            <pc:docMk/>
            <pc:sldMk cId="2771850688" sldId="269"/>
            <ac:spMk id="26" creationId="{A8384FB5-9ADC-4DDC-881B-597D56F5B15D}"/>
          </ac:spMkLst>
        </pc:spChg>
        <pc:spChg chg="add del">
          <ac:chgData name="Abdullahi Saliu" userId="44f647e9d08cd165" providerId="Windows Live" clId="Web-{5CA59BB9-91B6-44C7-A838-37C0638B7835}" dt="2025-03-20T12:35:17.723" v="283"/>
          <ac:spMkLst>
            <pc:docMk/>
            <pc:sldMk cId="2771850688" sldId="269"/>
            <ac:spMk id="27" creationId="{91E5A9A7-95C6-4F4F-B00E-C82E07FE62EF}"/>
          </ac:spMkLst>
        </pc:spChg>
        <pc:spChg chg="add del">
          <ac:chgData name="Abdullahi Saliu" userId="44f647e9d08cd165" providerId="Windows Live" clId="Web-{5CA59BB9-91B6-44C7-A838-37C0638B7835}" dt="2025-03-20T12:35:17.723" v="283"/>
          <ac:spMkLst>
            <pc:docMk/>
            <pc:sldMk cId="2771850688" sldId="269"/>
            <ac:spMk id="28" creationId="{D07DD2DE-F619-49DD-B5E7-03A290FF4ED1}"/>
          </ac:spMkLst>
        </pc:spChg>
        <pc:spChg chg="add del">
          <ac:chgData name="Abdullahi Saliu" userId="44f647e9d08cd165" providerId="Windows Live" clId="Web-{5CA59BB9-91B6-44C7-A838-37C0638B7835}" dt="2025-03-20T12:35:17.723" v="283"/>
          <ac:spMkLst>
            <pc:docMk/>
            <pc:sldMk cId="2771850688" sldId="269"/>
            <ac:spMk id="29" creationId="{85149191-5F60-4A28-AAFF-039F96B0F3EC}"/>
          </ac:spMkLst>
        </pc:spChg>
        <pc:spChg chg="add del">
          <ac:chgData name="Abdullahi Saliu" userId="44f647e9d08cd165" providerId="Windows Live" clId="Web-{5CA59BB9-91B6-44C7-A838-37C0638B7835}" dt="2025-03-20T12:35:17.723" v="283"/>
          <ac:spMkLst>
            <pc:docMk/>
            <pc:sldMk cId="2771850688" sldId="269"/>
            <ac:spMk id="30" creationId="{F8260ED5-17F7-4158-B241-D51DD4CF1B7E}"/>
          </ac:spMkLst>
        </pc:spChg>
        <pc:spChg chg="add del">
          <ac:chgData name="Abdullahi Saliu" userId="44f647e9d08cd165" providerId="Windows Live" clId="Web-{5CA59BB9-91B6-44C7-A838-37C0638B7835}" dt="2025-03-20T12:35:14.473" v="280"/>
          <ac:spMkLst>
            <pc:docMk/>
            <pc:sldMk cId="2771850688" sldId="269"/>
            <ac:spMk id="35" creationId="{A8384FB5-9ADC-4DDC-881B-597D56F5B15D}"/>
          </ac:spMkLst>
        </pc:spChg>
        <pc:spChg chg="add del">
          <ac:chgData name="Abdullahi Saliu" userId="44f647e9d08cd165" providerId="Windows Live" clId="Web-{5CA59BB9-91B6-44C7-A838-37C0638B7835}" dt="2025-03-20T12:35:14.473" v="280"/>
          <ac:spMkLst>
            <pc:docMk/>
            <pc:sldMk cId="2771850688" sldId="269"/>
            <ac:spMk id="37" creationId="{91E5A9A7-95C6-4F4F-B00E-C82E07FE62EF}"/>
          </ac:spMkLst>
        </pc:spChg>
        <pc:spChg chg="add del">
          <ac:chgData name="Abdullahi Saliu" userId="44f647e9d08cd165" providerId="Windows Live" clId="Web-{5CA59BB9-91B6-44C7-A838-37C0638B7835}" dt="2025-03-20T12:35:14.473" v="280"/>
          <ac:spMkLst>
            <pc:docMk/>
            <pc:sldMk cId="2771850688" sldId="269"/>
            <ac:spMk id="39" creationId="{D07DD2DE-F619-49DD-B5E7-03A290FF4ED1}"/>
          </ac:spMkLst>
        </pc:spChg>
        <pc:spChg chg="add del">
          <ac:chgData name="Abdullahi Saliu" userId="44f647e9d08cd165" providerId="Windows Live" clId="Web-{5CA59BB9-91B6-44C7-A838-37C0638B7835}" dt="2025-03-20T12:35:14.473" v="280"/>
          <ac:spMkLst>
            <pc:docMk/>
            <pc:sldMk cId="2771850688" sldId="269"/>
            <ac:spMk id="41" creationId="{85149191-5F60-4A28-AAFF-039F96B0F3EC}"/>
          </ac:spMkLst>
        </pc:spChg>
        <pc:spChg chg="add del">
          <ac:chgData name="Abdullahi Saliu" userId="44f647e9d08cd165" providerId="Windows Live" clId="Web-{5CA59BB9-91B6-44C7-A838-37C0638B7835}" dt="2025-03-20T12:35:14.473" v="280"/>
          <ac:spMkLst>
            <pc:docMk/>
            <pc:sldMk cId="2771850688" sldId="269"/>
            <ac:spMk id="43" creationId="{F8260ED5-17F7-4158-B241-D51DD4CF1B7E}"/>
          </ac:spMkLst>
        </pc:spChg>
        <pc:spChg chg="add del">
          <ac:chgData name="Abdullahi Saliu" userId="44f647e9d08cd165" providerId="Windows Live" clId="Web-{5CA59BB9-91B6-44C7-A838-37C0638B7835}" dt="2025-03-20T12:35:17.708" v="282"/>
          <ac:spMkLst>
            <pc:docMk/>
            <pc:sldMk cId="2771850688" sldId="269"/>
            <ac:spMk id="45" creationId="{767334AB-16BD-4EC7-8C6B-4B5171600933}"/>
          </ac:spMkLst>
        </pc:spChg>
        <pc:spChg chg="add del">
          <ac:chgData name="Abdullahi Saliu" userId="44f647e9d08cd165" providerId="Windows Live" clId="Web-{5CA59BB9-91B6-44C7-A838-37C0638B7835}" dt="2025-03-20T12:35:17.708" v="282"/>
          <ac:spMkLst>
            <pc:docMk/>
            <pc:sldMk cId="2771850688" sldId="269"/>
            <ac:spMk id="46" creationId="{A4E37431-20F0-4DD6-84A9-ED2B644943A2}"/>
          </ac:spMkLst>
        </pc:spChg>
        <pc:spChg chg="add del">
          <ac:chgData name="Abdullahi Saliu" userId="44f647e9d08cd165" providerId="Windows Live" clId="Web-{5CA59BB9-91B6-44C7-A838-37C0638B7835}" dt="2025-03-20T12:35:17.708" v="282"/>
          <ac:spMkLst>
            <pc:docMk/>
            <pc:sldMk cId="2771850688" sldId="269"/>
            <ac:spMk id="47" creationId="{0AE98B72-66C6-4AB4-AF0D-BA830DE86393}"/>
          </ac:spMkLst>
        </pc:spChg>
        <pc:spChg chg="add del">
          <ac:chgData name="Abdullahi Saliu" userId="44f647e9d08cd165" providerId="Windows Live" clId="Web-{5CA59BB9-91B6-44C7-A838-37C0638B7835}" dt="2025-03-20T12:35:17.708" v="282"/>
          <ac:spMkLst>
            <pc:docMk/>
            <pc:sldMk cId="2771850688" sldId="269"/>
            <ac:spMk id="49" creationId="{17A36730-4CB0-4F61-AD11-A44C9765833F}"/>
          </ac:spMkLst>
        </pc:spChg>
        <pc:spChg chg="add del">
          <ac:chgData name="Abdullahi Saliu" userId="44f647e9d08cd165" providerId="Windows Live" clId="Web-{5CA59BB9-91B6-44C7-A838-37C0638B7835}" dt="2025-03-20T12:35:17.708" v="282"/>
          <ac:spMkLst>
            <pc:docMk/>
            <pc:sldMk cId="2771850688" sldId="269"/>
            <ac:spMk id="50" creationId="{C69C79E1-F916-4929-A4F3-DE763D4BFA57}"/>
          </ac:spMkLst>
        </pc:spChg>
        <pc:spChg chg="add">
          <ac:chgData name="Abdullahi Saliu" userId="44f647e9d08cd165" providerId="Windows Live" clId="Web-{5CA59BB9-91B6-44C7-A838-37C0638B7835}" dt="2025-03-20T12:35:17.723" v="283"/>
          <ac:spMkLst>
            <pc:docMk/>
            <pc:sldMk cId="2771850688" sldId="269"/>
            <ac:spMk id="52" creationId="{9203DE33-2CD4-4CA8-9AF3-37C3B65133B0}"/>
          </ac:spMkLst>
        </pc:spChg>
        <pc:spChg chg="add">
          <ac:chgData name="Abdullahi Saliu" userId="44f647e9d08cd165" providerId="Windows Live" clId="Web-{5CA59BB9-91B6-44C7-A838-37C0638B7835}" dt="2025-03-20T12:35:17.723" v="283"/>
          <ac:spMkLst>
            <pc:docMk/>
            <pc:sldMk cId="2771850688" sldId="269"/>
            <ac:spMk id="54" creationId="{D2548F45-5164-4ABB-8212-7F293FDED8D4}"/>
          </ac:spMkLst>
        </pc:spChg>
        <pc:spChg chg="add">
          <ac:chgData name="Abdullahi Saliu" userId="44f647e9d08cd165" providerId="Windows Live" clId="Web-{5CA59BB9-91B6-44C7-A838-37C0638B7835}" dt="2025-03-20T12:35:17.723" v="283"/>
          <ac:spMkLst>
            <pc:docMk/>
            <pc:sldMk cId="2771850688" sldId="269"/>
            <ac:spMk id="55" creationId="{5E81CCFB-7BEF-4186-86FB-D09450B4D02D}"/>
          </ac:spMkLst>
        </pc:spChg>
        <pc:picChg chg="add mod">
          <ac:chgData name="Abdullahi Saliu" userId="44f647e9d08cd165" providerId="Windows Live" clId="Web-{5CA59BB9-91B6-44C7-A838-37C0638B7835}" dt="2025-03-20T12:34:16.174" v="278" actId="14100"/>
          <ac:picMkLst>
            <pc:docMk/>
            <pc:sldMk cId="2771850688" sldId="269"/>
            <ac:picMk id="4" creationId="{F31E0368-EF97-37B8-2D2C-5F4C1E53C980}"/>
          </ac:picMkLst>
        </pc:picChg>
      </pc:sldChg>
      <pc:sldChg chg="addSp delSp modSp new mod setBg">
        <pc:chgData name="Abdullahi Saliu" userId="44f647e9d08cd165" providerId="Windows Live" clId="Web-{5CA59BB9-91B6-44C7-A838-37C0638B7835}" dt="2025-03-20T12:44:04.445" v="435"/>
        <pc:sldMkLst>
          <pc:docMk/>
          <pc:sldMk cId="3230914880" sldId="270"/>
        </pc:sldMkLst>
        <pc:spChg chg="mod">
          <ac:chgData name="Abdullahi Saliu" userId="44f647e9d08cd165" providerId="Windows Live" clId="Web-{5CA59BB9-91B6-44C7-A838-37C0638B7835}" dt="2025-03-20T12:44:04.445" v="435"/>
          <ac:spMkLst>
            <pc:docMk/>
            <pc:sldMk cId="3230914880" sldId="270"/>
            <ac:spMk id="2" creationId="{5477C3B6-41EC-28F0-A1D4-EB7B60D23C03}"/>
          </ac:spMkLst>
        </pc:spChg>
        <pc:spChg chg="del">
          <ac:chgData name="Abdullahi Saliu" userId="44f647e9d08cd165" providerId="Windows Live" clId="Web-{5CA59BB9-91B6-44C7-A838-37C0638B7835}" dt="2025-03-20T12:43:47.319" v="434"/>
          <ac:spMkLst>
            <pc:docMk/>
            <pc:sldMk cId="3230914880" sldId="270"/>
            <ac:spMk id="3" creationId="{75B8FC4E-7C44-6F24-A557-ACB3F6DA141D}"/>
          </ac:spMkLst>
        </pc:spChg>
        <pc:spChg chg="add">
          <ac:chgData name="Abdullahi Saliu" userId="44f647e9d08cd165" providerId="Windows Live" clId="Web-{5CA59BB9-91B6-44C7-A838-37C0638B7835}" dt="2025-03-20T12:44:04.445" v="435"/>
          <ac:spMkLst>
            <pc:docMk/>
            <pc:sldMk cId="3230914880" sldId="270"/>
            <ac:spMk id="9" creationId="{A8384FB5-9ADC-4DDC-881B-597D56F5B15D}"/>
          </ac:spMkLst>
        </pc:spChg>
        <pc:spChg chg="add">
          <ac:chgData name="Abdullahi Saliu" userId="44f647e9d08cd165" providerId="Windows Live" clId="Web-{5CA59BB9-91B6-44C7-A838-37C0638B7835}" dt="2025-03-20T12:44:04.445" v="435"/>
          <ac:spMkLst>
            <pc:docMk/>
            <pc:sldMk cId="3230914880" sldId="270"/>
            <ac:spMk id="11" creationId="{1199E1B1-A8C0-4FE8-A5A8-1CB41D69F857}"/>
          </ac:spMkLst>
        </pc:spChg>
        <pc:spChg chg="add">
          <ac:chgData name="Abdullahi Saliu" userId="44f647e9d08cd165" providerId="Windows Live" clId="Web-{5CA59BB9-91B6-44C7-A838-37C0638B7835}" dt="2025-03-20T12:44:04.445" v="435"/>
          <ac:spMkLst>
            <pc:docMk/>
            <pc:sldMk cId="3230914880" sldId="270"/>
            <ac:spMk id="13" creationId="{84A8DE83-DE75-4B41-9DB4-A7EC0B0DEC0B}"/>
          </ac:spMkLst>
        </pc:spChg>
        <pc:spChg chg="add">
          <ac:chgData name="Abdullahi Saliu" userId="44f647e9d08cd165" providerId="Windows Live" clId="Web-{5CA59BB9-91B6-44C7-A838-37C0638B7835}" dt="2025-03-20T12:44:04.445" v="435"/>
          <ac:spMkLst>
            <pc:docMk/>
            <pc:sldMk cId="3230914880" sldId="270"/>
            <ac:spMk id="15" creationId="{A7009A0A-BEF5-4EAC-AF15-E4F9F002E239}"/>
          </ac:spMkLst>
        </pc:spChg>
        <pc:picChg chg="add mod ord">
          <ac:chgData name="Abdullahi Saliu" userId="44f647e9d08cd165" providerId="Windows Live" clId="Web-{5CA59BB9-91B6-44C7-A838-37C0638B7835}" dt="2025-03-20T12:44:04.445" v="435"/>
          <ac:picMkLst>
            <pc:docMk/>
            <pc:sldMk cId="3230914880" sldId="270"/>
            <ac:picMk id="4" creationId="{282538CB-AC15-5935-6492-67E928671E3F}"/>
          </ac:picMkLst>
        </pc:picChg>
      </pc:sldChg>
      <pc:sldChg chg="addSp delSp modSp new mod setBg">
        <pc:chgData name="Abdullahi Saliu" userId="44f647e9d08cd165" providerId="Windows Live" clId="Web-{5CA59BB9-91B6-44C7-A838-37C0638B7835}" dt="2025-03-20T12:55:54.658" v="608" actId="20577"/>
        <pc:sldMkLst>
          <pc:docMk/>
          <pc:sldMk cId="986803042" sldId="271"/>
        </pc:sldMkLst>
        <pc:spChg chg="mod">
          <ac:chgData name="Abdullahi Saliu" userId="44f647e9d08cd165" providerId="Windows Live" clId="Web-{5CA59BB9-91B6-44C7-A838-37C0638B7835}" dt="2025-03-20T12:55:54.658" v="608" actId="20577"/>
          <ac:spMkLst>
            <pc:docMk/>
            <pc:sldMk cId="986803042" sldId="271"/>
            <ac:spMk id="2" creationId="{F7963EE2-1A4B-2737-FBE1-5E6C220414BC}"/>
          </ac:spMkLst>
        </pc:spChg>
        <pc:spChg chg="del">
          <ac:chgData name="Abdullahi Saliu" userId="44f647e9d08cd165" providerId="Windows Live" clId="Web-{5CA59BB9-91B6-44C7-A838-37C0638B7835}" dt="2025-03-20T12:45:18.244" v="456"/>
          <ac:spMkLst>
            <pc:docMk/>
            <pc:sldMk cId="986803042" sldId="271"/>
            <ac:spMk id="3" creationId="{D7CDBD2F-EC72-5F08-619B-C58742ED380D}"/>
          </ac:spMkLst>
        </pc:spChg>
        <pc:spChg chg="add">
          <ac:chgData name="Abdullahi Saliu" userId="44f647e9d08cd165" providerId="Windows Live" clId="Web-{5CA59BB9-91B6-44C7-A838-37C0638B7835}" dt="2025-03-20T12:45:45.386" v="459"/>
          <ac:spMkLst>
            <pc:docMk/>
            <pc:sldMk cId="986803042" sldId="271"/>
            <ac:spMk id="9" creationId="{A4AC5506-6312-4701-8D3C-40187889A947}"/>
          </ac:spMkLst>
        </pc:spChg>
        <pc:picChg chg="add mod ord">
          <ac:chgData name="Abdullahi Saliu" userId="44f647e9d08cd165" providerId="Windows Live" clId="Web-{5CA59BB9-91B6-44C7-A838-37C0638B7835}" dt="2025-03-20T12:45:45.386" v="459"/>
          <ac:picMkLst>
            <pc:docMk/>
            <pc:sldMk cId="986803042" sldId="271"/>
            <ac:picMk id="4" creationId="{16225939-0586-4A15-9F18-F35505FD0816}"/>
          </ac:picMkLst>
        </pc:picChg>
      </pc:sldChg>
      <pc:sldChg chg="addSp delSp modSp new mod setBg">
        <pc:chgData name="Abdullahi Saliu" userId="44f647e9d08cd165" providerId="Windows Live" clId="Web-{5CA59BB9-91B6-44C7-A838-37C0638B7835}" dt="2025-03-20T12:54:07.404" v="554" actId="20577"/>
        <pc:sldMkLst>
          <pc:docMk/>
          <pc:sldMk cId="220237368" sldId="272"/>
        </pc:sldMkLst>
        <pc:spChg chg="mod">
          <ac:chgData name="Abdullahi Saliu" userId="44f647e9d08cd165" providerId="Windows Live" clId="Web-{5CA59BB9-91B6-44C7-A838-37C0638B7835}" dt="2025-03-20T12:54:07.404" v="554" actId="20577"/>
          <ac:spMkLst>
            <pc:docMk/>
            <pc:sldMk cId="220237368" sldId="272"/>
            <ac:spMk id="2" creationId="{70DD99FB-787A-2C19-5AE3-F414A49704C7}"/>
          </ac:spMkLst>
        </pc:spChg>
        <pc:spChg chg="del">
          <ac:chgData name="Abdullahi Saliu" userId="44f647e9d08cd165" providerId="Windows Live" clId="Web-{5CA59BB9-91B6-44C7-A838-37C0638B7835}" dt="2025-03-20T12:46:34.107" v="464"/>
          <ac:spMkLst>
            <pc:docMk/>
            <pc:sldMk cId="220237368" sldId="272"/>
            <ac:spMk id="3" creationId="{B8051423-D3A0-53EE-32D6-37FA162F473C}"/>
          </ac:spMkLst>
        </pc:spChg>
        <pc:spChg chg="add">
          <ac:chgData name="Abdullahi Saliu" userId="44f647e9d08cd165" providerId="Windows Live" clId="Web-{5CA59BB9-91B6-44C7-A838-37C0638B7835}" dt="2025-03-20T12:47:18.608" v="465"/>
          <ac:spMkLst>
            <pc:docMk/>
            <pc:sldMk cId="220237368" sldId="272"/>
            <ac:spMk id="9" creationId="{A8384FB5-9ADC-4DDC-881B-597D56F5B15D}"/>
          </ac:spMkLst>
        </pc:spChg>
        <pc:spChg chg="add">
          <ac:chgData name="Abdullahi Saliu" userId="44f647e9d08cd165" providerId="Windows Live" clId="Web-{5CA59BB9-91B6-44C7-A838-37C0638B7835}" dt="2025-03-20T12:47:18.608" v="465"/>
          <ac:spMkLst>
            <pc:docMk/>
            <pc:sldMk cId="220237368" sldId="272"/>
            <ac:spMk id="11" creationId="{1199E1B1-A8C0-4FE8-A5A8-1CB41D69F857}"/>
          </ac:spMkLst>
        </pc:spChg>
        <pc:spChg chg="add">
          <ac:chgData name="Abdullahi Saliu" userId="44f647e9d08cd165" providerId="Windows Live" clId="Web-{5CA59BB9-91B6-44C7-A838-37C0638B7835}" dt="2025-03-20T12:47:18.608" v="465"/>
          <ac:spMkLst>
            <pc:docMk/>
            <pc:sldMk cId="220237368" sldId="272"/>
            <ac:spMk id="13" creationId="{84A8DE83-DE75-4B41-9DB4-A7EC0B0DEC0B}"/>
          </ac:spMkLst>
        </pc:spChg>
        <pc:spChg chg="add">
          <ac:chgData name="Abdullahi Saliu" userId="44f647e9d08cd165" providerId="Windows Live" clId="Web-{5CA59BB9-91B6-44C7-A838-37C0638B7835}" dt="2025-03-20T12:47:18.608" v="465"/>
          <ac:spMkLst>
            <pc:docMk/>
            <pc:sldMk cId="220237368" sldId="272"/>
            <ac:spMk id="15" creationId="{A7009A0A-BEF5-4EAC-AF15-E4F9F002E239}"/>
          </ac:spMkLst>
        </pc:spChg>
        <pc:picChg chg="add mod ord">
          <ac:chgData name="Abdullahi Saliu" userId="44f647e9d08cd165" providerId="Windows Live" clId="Web-{5CA59BB9-91B6-44C7-A838-37C0638B7835}" dt="2025-03-20T12:47:18.608" v="465"/>
          <ac:picMkLst>
            <pc:docMk/>
            <pc:sldMk cId="220237368" sldId="272"/>
            <ac:picMk id="4" creationId="{313F12C2-5491-C548-126F-455A048BE7F3}"/>
          </ac:picMkLst>
        </pc:picChg>
      </pc:sldChg>
      <pc:sldChg chg="addSp delSp modSp new mod setBg">
        <pc:chgData name="Abdullahi Saliu" userId="44f647e9d08cd165" providerId="Windows Live" clId="Web-{5CA59BB9-91B6-44C7-A838-37C0638B7835}" dt="2025-03-20T12:58:53.101" v="648" actId="1076"/>
        <pc:sldMkLst>
          <pc:docMk/>
          <pc:sldMk cId="4170664434" sldId="273"/>
        </pc:sldMkLst>
        <pc:spChg chg="mod">
          <ac:chgData name="Abdullahi Saliu" userId="44f647e9d08cd165" providerId="Windows Live" clId="Web-{5CA59BB9-91B6-44C7-A838-37C0638B7835}" dt="2025-03-20T12:58:28.288" v="646"/>
          <ac:spMkLst>
            <pc:docMk/>
            <pc:sldMk cId="4170664434" sldId="273"/>
            <ac:spMk id="2" creationId="{E636C7A4-712F-F0E8-15B6-EDAA19DA31F7}"/>
          </ac:spMkLst>
        </pc:spChg>
        <pc:spChg chg="del">
          <ac:chgData name="Abdullahi Saliu" userId="44f647e9d08cd165" providerId="Windows Live" clId="Web-{5CA59BB9-91B6-44C7-A838-37C0638B7835}" dt="2025-03-20T12:57:49.365" v="625"/>
          <ac:spMkLst>
            <pc:docMk/>
            <pc:sldMk cId="4170664434" sldId="273"/>
            <ac:spMk id="3" creationId="{9B8E58CD-2BBA-8F6F-4F49-5371470669EB}"/>
          </ac:spMkLst>
        </pc:spChg>
        <pc:spChg chg="add">
          <ac:chgData name="Abdullahi Saliu" userId="44f647e9d08cd165" providerId="Windows Live" clId="Web-{5CA59BB9-91B6-44C7-A838-37C0638B7835}" dt="2025-03-20T12:58:28.288" v="646"/>
          <ac:spMkLst>
            <pc:docMk/>
            <pc:sldMk cId="4170664434" sldId="273"/>
            <ac:spMk id="9" creationId="{6753252F-4873-4F63-801D-CC719279A7D5}"/>
          </ac:spMkLst>
        </pc:spChg>
        <pc:spChg chg="add">
          <ac:chgData name="Abdullahi Saliu" userId="44f647e9d08cd165" providerId="Windows Live" clId="Web-{5CA59BB9-91B6-44C7-A838-37C0638B7835}" dt="2025-03-20T12:58:28.288" v="646"/>
          <ac:spMkLst>
            <pc:docMk/>
            <pc:sldMk cId="4170664434" sldId="273"/>
            <ac:spMk id="11" creationId="{047C8CCB-F95D-4249-92DD-651249D3535A}"/>
          </ac:spMkLst>
        </pc:spChg>
        <pc:picChg chg="add mod ord">
          <ac:chgData name="Abdullahi Saliu" userId="44f647e9d08cd165" providerId="Windows Live" clId="Web-{5CA59BB9-91B6-44C7-A838-37C0638B7835}" dt="2025-03-20T12:58:53.101" v="648" actId="1076"/>
          <ac:picMkLst>
            <pc:docMk/>
            <pc:sldMk cId="4170664434" sldId="273"/>
            <ac:picMk id="4" creationId="{C3E4FA15-9ECD-9C7A-9CA2-AFCA28D2C8EF}"/>
          </ac:picMkLst>
        </pc:picChg>
      </pc:sldChg>
      <pc:sldChg chg="addSp delSp modSp new mod setBg">
        <pc:chgData name="Abdullahi Saliu" userId="44f647e9d08cd165" providerId="Windows Live" clId="Web-{5CA59BB9-91B6-44C7-A838-37C0638B7835}" dt="2025-03-20T13:01:08.466" v="665"/>
        <pc:sldMkLst>
          <pc:docMk/>
          <pc:sldMk cId="3358960307" sldId="274"/>
        </pc:sldMkLst>
        <pc:spChg chg="mod">
          <ac:chgData name="Abdullahi Saliu" userId="44f647e9d08cd165" providerId="Windows Live" clId="Web-{5CA59BB9-91B6-44C7-A838-37C0638B7835}" dt="2025-03-20T13:01:08.466" v="665"/>
          <ac:spMkLst>
            <pc:docMk/>
            <pc:sldMk cId="3358960307" sldId="274"/>
            <ac:spMk id="2" creationId="{75D819FA-05C3-66F6-14EB-9646EEF4B1C4}"/>
          </ac:spMkLst>
        </pc:spChg>
        <pc:spChg chg="del">
          <ac:chgData name="Abdullahi Saliu" userId="44f647e9d08cd165" providerId="Windows Live" clId="Web-{5CA59BB9-91B6-44C7-A838-37C0638B7835}" dt="2025-03-20T13:00:39.996" v="662"/>
          <ac:spMkLst>
            <pc:docMk/>
            <pc:sldMk cId="3358960307" sldId="274"/>
            <ac:spMk id="3" creationId="{03F26F6F-E15C-9149-A71C-F0DF8CE6CCAB}"/>
          </ac:spMkLst>
        </pc:spChg>
        <pc:spChg chg="add">
          <ac:chgData name="Abdullahi Saliu" userId="44f647e9d08cd165" providerId="Windows Live" clId="Web-{5CA59BB9-91B6-44C7-A838-37C0638B7835}" dt="2025-03-20T13:01:08.466" v="665"/>
          <ac:spMkLst>
            <pc:docMk/>
            <pc:sldMk cId="3358960307" sldId="274"/>
            <ac:spMk id="9" creationId="{A4AC5506-6312-4701-8D3C-40187889A947}"/>
          </ac:spMkLst>
        </pc:spChg>
        <pc:picChg chg="add mod ord">
          <ac:chgData name="Abdullahi Saliu" userId="44f647e9d08cd165" providerId="Windows Live" clId="Web-{5CA59BB9-91B6-44C7-A838-37C0638B7835}" dt="2025-03-20T13:01:08.466" v="665"/>
          <ac:picMkLst>
            <pc:docMk/>
            <pc:sldMk cId="3358960307" sldId="274"/>
            <ac:picMk id="4" creationId="{E8830178-C6C4-9D6B-98CD-AE4DDF1CF519}"/>
          </ac:picMkLst>
        </pc:picChg>
      </pc:sldChg>
      <pc:sldChg chg="addSp delSp modSp new mod setBg">
        <pc:chgData name="Abdullahi Saliu" userId="44f647e9d08cd165" providerId="Windows Live" clId="Web-{5CA59BB9-91B6-44C7-A838-37C0638B7835}" dt="2025-03-20T13:04:10.878" v="695"/>
        <pc:sldMkLst>
          <pc:docMk/>
          <pc:sldMk cId="235995935" sldId="275"/>
        </pc:sldMkLst>
        <pc:spChg chg="mod">
          <ac:chgData name="Abdullahi Saliu" userId="44f647e9d08cd165" providerId="Windows Live" clId="Web-{5CA59BB9-91B6-44C7-A838-37C0638B7835}" dt="2025-03-20T13:04:10.878" v="695"/>
          <ac:spMkLst>
            <pc:docMk/>
            <pc:sldMk cId="235995935" sldId="275"/>
            <ac:spMk id="2" creationId="{3300976A-4C3E-9174-E9BA-D487895E2606}"/>
          </ac:spMkLst>
        </pc:spChg>
        <pc:spChg chg="del">
          <ac:chgData name="Abdullahi Saliu" userId="44f647e9d08cd165" providerId="Windows Live" clId="Web-{5CA59BB9-91B6-44C7-A838-37C0638B7835}" dt="2025-03-20T13:01:44.904" v="667"/>
          <ac:spMkLst>
            <pc:docMk/>
            <pc:sldMk cId="235995935" sldId="275"/>
            <ac:spMk id="3" creationId="{00BE52C1-0590-869D-C891-EDD7B62CE65F}"/>
          </ac:spMkLst>
        </pc:spChg>
        <pc:spChg chg="add">
          <ac:chgData name="Abdullahi Saliu" userId="44f647e9d08cd165" providerId="Windows Live" clId="Web-{5CA59BB9-91B6-44C7-A838-37C0638B7835}" dt="2025-03-20T13:04:10.878" v="695"/>
          <ac:spMkLst>
            <pc:docMk/>
            <pc:sldMk cId="235995935" sldId="275"/>
            <ac:spMk id="9" creationId="{A4AC5506-6312-4701-8D3C-40187889A947}"/>
          </ac:spMkLst>
        </pc:spChg>
        <pc:picChg chg="add mod ord">
          <ac:chgData name="Abdullahi Saliu" userId="44f647e9d08cd165" providerId="Windows Live" clId="Web-{5CA59BB9-91B6-44C7-A838-37C0638B7835}" dt="2025-03-20T13:04:10.878" v="695"/>
          <ac:picMkLst>
            <pc:docMk/>
            <pc:sldMk cId="235995935" sldId="275"/>
            <ac:picMk id="4" creationId="{88C09595-BC66-2D86-6C51-9592BA4AC8C9}"/>
          </ac:picMkLst>
        </pc:picChg>
      </pc:sldChg>
      <pc:sldChg chg="addSp delSp modSp new mod setBg">
        <pc:chgData name="Abdullahi Saliu" userId="44f647e9d08cd165" providerId="Windows Live" clId="Web-{5CA59BB9-91B6-44C7-A838-37C0638B7835}" dt="2025-03-20T13:21:26.087" v="952" actId="20577"/>
        <pc:sldMkLst>
          <pc:docMk/>
          <pc:sldMk cId="3764885115" sldId="276"/>
        </pc:sldMkLst>
        <pc:spChg chg="mod">
          <ac:chgData name="Abdullahi Saliu" userId="44f647e9d08cd165" providerId="Windows Live" clId="Web-{5CA59BB9-91B6-44C7-A838-37C0638B7835}" dt="2025-03-20T13:21:26.087" v="952" actId="20577"/>
          <ac:spMkLst>
            <pc:docMk/>
            <pc:sldMk cId="3764885115" sldId="276"/>
            <ac:spMk id="2" creationId="{9319B9EF-D011-7EF5-B501-A8D5B0E359C2}"/>
          </ac:spMkLst>
        </pc:spChg>
        <pc:spChg chg="del">
          <ac:chgData name="Abdullahi Saliu" userId="44f647e9d08cd165" providerId="Windows Live" clId="Web-{5CA59BB9-91B6-44C7-A838-37C0638B7835}" dt="2025-03-20T13:04:47.676" v="697"/>
          <ac:spMkLst>
            <pc:docMk/>
            <pc:sldMk cId="3764885115" sldId="276"/>
            <ac:spMk id="3" creationId="{E7B63670-8589-A3C3-7777-A56D47E357C8}"/>
          </ac:spMkLst>
        </pc:spChg>
        <pc:spChg chg="add del">
          <ac:chgData name="Abdullahi Saliu" userId="44f647e9d08cd165" providerId="Windows Live" clId="Web-{5CA59BB9-91B6-44C7-A838-37C0638B7835}" dt="2025-03-20T13:05:20.365" v="718"/>
          <ac:spMkLst>
            <pc:docMk/>
            <pc:sldMk cId="3764885115" sldId="276"/>
            <ac:spMk id="8" creationId="{B4229EAD-C6E8-571A-9FF0-26353E97C1EF}"/>
          </ac:spMkLst>
        </pc:spChg>
        <pc:spChg chg="add del">
          <ac:chgData name="Abdullahi Saliu" userId="44f647e9d08cd165" providerId="Windows Live" clId="Web-{5CA59BB9-91B6-44C7-A838-37C0638B7835}" dt="2025-03-20T13:05:15.756" v="716"/>
          <ac:spMkLst>
            <pc:docMk/>
            <pc:sldMk cId="3764885115" sldId="276"/>
            <ac:spMk id="9" creationId="{A8384FB5-9ADC-4DDC-881B-597D56F5B15D}"/>
          </ac:spMkLst>
        </pc:spChg>
        <pc:spChg chg="add del">
          <ac:chgData name="Abdullahi Saliu" userId="44f647e9d08cd165" providerId="Windows Live" clId="Web-{5CA59BB9-91B6-44C7-A838-37C0638B7835}" dt="2025-03-20T13:05:15.756" v="716"/>
          <ac:spMkLst>
            <pc:docMk/>
            <pc:sldMk cId="3764885115" sldId="276"/>
            <ac:spMk id="11" creationId="{1199E1B1-A8C0-4FE8-A5A8-1CB41D69F857}"/>
          </ac:spMkLst>
        </pc:spChg>
        <pc:spChg chg="add del">
          <ac:chgData name="Abdullahi Saliu" userId="44f647e9d08cd165" providerId="Windows Live" clId="Web-{5CA59BB9-91B6-44C7-A838-37C0638B7835}" dt="2025-03-20T13:05:15.756" v="716"/>
          <ac:spMkLst>
            <pc:docMk/>
            <pc:sldMk cId="3764885115" sldId="276"/>
            <ac:spMk id="13" creationId="{84A8DE83-DE75-4B41-9DB4-A7EC0B0DEC0B}"/>
          </ac:spMkLst>
        </pc:spChg>
        <pc:spChg chg="add del">
          <ac:chgData name="Abdullahi Saliu" userId="44f647e9d08cd165" providerId="Windows Live" clId="Web-{5CA59BB9-91B6-44C7-A838-37C0638B7835}" dt="2025-03-20T13:05:15.756" v="716"/>
          <ac:spMkLst>
            <pc:docMk/>
            <pc:sldMk cId="3764885115" sldId="276"/>
            <ac:spMk id="15" creationId="{A7009A0A-BEF5-4EAC-AF15-E4F9F002E239}"/>
          </ac:spMkLst>
        </pc:spChg>
        <pc:spChg chg="add del">
          <ac:chgData name="Abdullahi Saliu" userId="44f647e9d08cd165" providerId="Windows Live" clId="Web-{5CA59BB9-91B6-44C7-A838-37C0638B7835}" dt="2025-03-20T13:05:20.365" v="718"/>
          <ac:spMkLst>
            <pc:docMk/>
            <pc:sldMk cId="3764885115" sldId="276"/>
            <ac:spMk id="22" creationId="{D7A453D2-15D8-4403-815F-291FA16340D9}"/>
          </ac:spMkLst>
        </pc:spChg>
        <pc:spChg chg="add del">
          <ac:chgData name="Abdullahi Saliu" userId="44f647e9d08cd165" providerId="Windows Live" clId="Web-{5CA59BB9-91B6-44C7-A838-37C0638B7835}" dt="2025-03-20T13:05:20.365" v="718"/>
          <ac:spMkLst>
            <pc:docMk/>
            <pc:sldMk cId="3764885115" sldId="276"/>
            <ac:spMk id="23" creationId="{B8114C98-A349-4111-A123-E8EAB86ABE30}"/>
          </ac:spMkLst>
        </pc:spChg>
        <pc:spChg chg="add del">
          <ac:chgData name="Abdullahi Saliu" userId="44f647e9d08cd165" providerId="Windows Live" clId="Web-{5CA59BB9-91B6-44C7-A838-37C0638B7835}" dt="2025-03-20T13:05:20.365" v="718"/>
          <ac:spMkLst>
            <pc:docMk/>
            <pc:sldMk cId="3764885115" sldId="276"/>
            <ac:spMk id="24" creationId="{8161EA6B-09CA-445B-AB0D-8DF76FA92DEF}"/>
          </ac:spMkLst>
        </pc:spChg>
        <pc:spChg chg="add del">
          <ac:chgData name="Abdullahi Saliu" userId="44f647e9d08cd165" providerId="Windows Live" clId="Web-{5CA59BB9-91B6-44C7-A838-37C0638B7835}" dt="2025-03-20T13:05:20.365" v="718"/>
          <ac:spMkLst>
            <pc:docMk/>
            <pc:sldMk cId="3764885115" sldId="276"/>
            <ac:spMk id="31" creationId="{E2D3D3F2-ABBB-4453-B1C5-1BEBF7E4DD56}"/>
          </ac:spMkLst>
        </pc:spChg>
        <pc:spChg chg="add">
          <ac:chgData name="Abdullahi Saliu" userId="44f647e9d08cd165" providerId="Windows Live" clId="Web-{5CA59BB9-91B6-44C7-A838-37C0638B7835}" dt="2025-03-20T13:05:20.365" v="719"/>
          <ac:spMkLst>
            <pc:docMk/>
            <pc:sldMk cId="3764885115" sldId="276"/>
            <ac:spMk id="45" creationId="{A8384FB5-9ADC-4DDC-881B-597D56F5B15D}"/>
          </ac:spMkLst>
        </pc:spChg>
        <pc:spChg chg="add">
          <ac:chgData name="Abdullahi Saliu" userId="44f647e9d08cd165" providerId="Windows Live" clId="Web-{5CA59BB9-91B6-44C7-A838-37C0638B7835}" dt="2025-03-20T13:05:20.365" v="719"/>
          <ac:spMkLst>
            <pc:docMk/>
            <pc:sldMk cId="3764885115" sldId="276"/>
            <ac:spMk id="46" creationId="{1199E1B1-A8C0-4FE8-A5A8-1CB41D69F857}"/>
          </ac:spMkLst>
        </pc:spChg>
        <pc:spChg chg="add">
          <ac:chgData name="Abdullahi Saliu" userId="44f647e9d08cd165" providerId="Windows Live" clId="Web-{5CA59BB9-91B6-44C7-A838-37C0638B7835}" dt="2025-03-20T13:05:20.365" v="719"/>
          <ac:spMkLst>
            <pc:docMk/>
            <pc:sldMk cId="3764885115" sldId="276"/>
            <ac:spMk id="47" creationId="{84A8DE83-DE75-4B41-9DB4-A7EC0B0DEC0B}"/>
          </ac:spMkLst>
        </pc:spChg>
        <pc:spChg chg="add">
          <ac:chgData name="Abdullahi Saliu" userId="44f647e9d08cd165" providerId="Windows Live" clId="Web-{5CA59BB9-91B6-44C7-A838-37C0638B7835}" dt="2025-03-20T13:05:20.365" v="719"/>
          <ac:spMkLst>
            <pc:docMk/>
            <pc:sldMk cId="3764885115" sldId="276"/>
            <ac:spMk id="48" creationId="{A7009A0A-BEF5-4EAC-AF15-E4F9F002E239}"/>
          </ac:spMkLst>
        </pc:spChg>
        <pc:grpChg chg="add del">
          <ac:chgData name="Abdullahi Saliu" userId="44f647e9d08cd165" providerId="Windows Live" clId="Web-{5CA59BB9-91B6-44C7-A838-37C0638B7835}" dt="2025-03-20T13:05:20.365" v="718"/>
          <ac:grpSpMkLst>
            <pc:docMk/>
            <pc:sldMk cId="3764885115" sldId="276"/>
            <ac:grpSpMk id="25" creationId="{670FB431-AE18-414D-92F4-1D12D1991152}"/>
          </ac:grpSpMkLst>
        </pc:grpChg>
        <pc:grpChg chg="add del">
          <ac:chgData name="Abdullahi Saliu" userId="44f647e9d08cd165" providerId="Windows Live" clId="Web-{5CA59BB9-91B6-44C7-A838-37C0638B7835}" dt="2025-03-20T13:05:20.365" v="718"/>
          <ac:grpSpMkLst>
            <pc:docMk/>
            <pc:sldMk cId="3764885115" sldId="276"/>
            <ac:grpSpMk id="33" creationId="{8214E4A5-A0D2-42C4-8D14-D2A7E495F041}"/>
          </ac:grpSpMkLst>
        </pc:grpChg>
        <pc:grpChg chg="add del">
          <ac:chgData name="Abdullahi Saliu" userId="44f647e9d08cd165" providerId="Windows Live" clId="Web-{5CA59BB9-91B6-44C7-A838-37C0638B7835}" dt="2025-03-20T13:05:20.365" v="718"/>
          <ac:grpSpMkLst>
            <pc:docMk/>
            <pc:sldMk cId="3764885115" sldId="276"/>
            <ac:grpSpMk id="39" creationId="{AF19A774-30A5-488B-9BAF-629C6440294E}"/>
          </ac:grpSpMkLst>
        </pc:grpChg>
        <pc:picChg chg="add mod ord">
          <ac:chgData name="Abdullahi Saliu" userId="44f647e9d08cd165" providerId="Windows Live" clId="Web-{5CA59BB9-91B6-44C7-A838-37C0638B7835}" dt="2025-03-20T13:05:20.365" v="719"/>
          <ac:picMkLst>
            <pc:docMk/>
            <pc:sldMk cId="3764885115" sldId="276"/>
            <ac:picMk id="4" creationId="{51010D80-5C1A-8340-3E1B-A809AD96DA28}"/>
          </ac:picMkLst>
        </pc:picChg>
      </pc:sldChg>
      <pc:sldChg chg="addSp delSp modSp new mod setBg">
        <pc:chgData name="Abdullahi Saliu" userId="44f647e9d08cd165" providerId="Windows Live" clId="Web-{5CA59BB9-91B6-44C7-A838-37C0638B7835}" dt="2025-03-20T13:29:51.464" v="1044" actId="20577"/>
        <pc:sldMkLst>
          <pc:docMk/>
          <pc:sldMk cId="650065087" sldId="277"/>
        </pc:sldMkLst>
        <pc:spChg chg="mod">
          <ac:chgData name="Abdullahi Saliu" userId="44f647e9d08cd165" providerId="Windows Live" clId="Web-{5CA59BB9-91B6-44C7-A838-37C0638B7835}" dt="2025-03-20T13:29:51.464" v="1044" actId="20577"/>
          <ac:spMkLst>
            <pc:docMk/>
            <pc:sldMk cId="650065087" sldId="277"/>
            <ac:spMk id="2" creationId="{DBA7E463-0BA9-C3CE-D0B4-C82D25A1995F}"/>
          </ac:spMkLst>
        </pc:spChg>
        <pc:spChg chg="del">
          <ac:chgData name="Abdullahi Saliu" userId="44f647e9d08cd165" providerId="Windows Live" clId="Web-{5CA59BB9-91B6-44C7-A838-37C0638B7835}" dt="2025-03-20T13:07:13.213" v="780"/>
          <ac:spMkLst>
            <pc:docMk/>
            <pc:sldMk cId="650065087" sldId="277"/>
            <ac:spMk id="3" creationId="{121046D6-BB14-D3EF-83D3-E19883D13844}"/>
          </ac:spMkLst>
        </pc:spChg>
        <pc:spChg chg="add">
          <ac:chgData name="Abdullahi Saliu" userId="44f647e9d08cd165" providerId="Windows Live" clId="Web-{5CA59BB9-91B6-44C7-A838-37C0638B7835}" dt="2025-03-20T13:19:47.365" v="917"/>
          <ac:spMkLst>
            <pc:docMk/>
            <pc:sldMk cId="650065087" sldId="277"/>
            <ac:spMk id="9" creationId="{A8384FB5-9ADC-4DDC-881B-597D56F5B15D}"/>
          </ac:spMkLst>
        </pc:spChg>
        <pc:spChg chg="add">
          <ac:chgData name="Abdullahi Saliu" userId="44f647e9d08cd165" providerId="Windows Live" clId="Web-{5CA59BB9-91B6-44C7-A838-37C0638B7835}" dt="2025-03-20T13:19:47.365" v="917"/>
          <ac:spMkLst>
            <pc:docMk/>
            <pc:sldMk cId="650065087" sldId="277"/>
            <ac:spMk id="11" creationId="{91E5A9A7-95C6-4F4F-B00E-C82E07FE62EF}"/>
          </ac:spMkLst>
        </pc:spChg>
        <pc:spChg chg="add">
          <ac:chgData name="Abdullahi Saliu" userId="44f647e9d08cd165" providerId="Windows Live" clId="Web-{5CA59BB9-91B6-44C7-A838-37C0638B7835}" dt="2025-03-20T13:19:47.365" v="917"/>
          <ac:spMkLst>
            <pc:docMk/>
            <pc:sldMk cId="650065087" sldId="277"/>
            <ac:spMk id="13" creationId="{D07DD2DE-F619-49DD-B5E7-03A290FF4ED1}"/>
          </ac:spMkLst>
        </pc:spChg>
        <pc:spChg chg="add">
          <ac:chgData name="Abdullahi Saliu" userId="44f647e9d08cd165" providerId="Windows Live" clId="Web-{5CA59BB9-91B6-44C7-A838-37C0638B7835}" dt="2025-03-20T13:19:47.365" v="917"/>
          <ac:spMkLst>
            <pc:docMk/>
            <pc:sldMk cId="650065087" sldId="277"/>
            <ac:spMk id="15" creationId="{85149191-5F60-4A28-AAFF-039F96B0F3EC}"/>
          </ac:spMkLst>
        </pc:spChg>
        <pc:spChg chg="add">
          <ac:chgData name="Abdullahi Saliu" userId="44f647e9d08cd165" providerId="Windows Live" clId="Web-{5CA59BB9-91B6-44C7-A838-37C0638B7835}" dt="2025-03-20T13:19:47.365" v="917"/>
          <ac:spMkLst>
            <pc:docMk/>
            <pc:sldMk cId="650065087" sldId="277"/>
            <ac:spMk id="17" creationId="{F8260ED5-17F7-4158-B241-D51DD4CF1B7E}"/>
          </ac:spMkLst>
        </pc:spChg>
        <pc:picChg chg="add mod ord">
          <ac:chgData name="Abdullahi Saliu" userId="44f647e9d08cd165" providerId="Windows Live" clId="Web-{5CA59BB9-91B6-44C7-A838-37C0638B7835}" dt="2025-03-20T13:19:47.365" v="917"/>
          <ac:picMkLst>
            <pc:docMk/>
            <pc:sldMk cId="650065087" sldId="277"/>
            <ac:picMk id="4" creationId="{D7154D57-93B8-CC4E-9529-5541AA0C732B}"/>
          </ac:picMkLst>
        </pc:picChg>
      </pc:sldChg>
      <pc:sldChg chg="addSp delSp modSp new mod setBg">
        <pc:chgData name="Abdullahi Saliu" userId="44f647e9d08cd165" providerId="Windows Live" clId="Web-{5CA59BB9-91B6-44C7-A838-37C0638B7835}" dt="2025-03-20T13:29:07.603" v="1041"/>
        <pc:sldMkLst>
          <pc:docMk/>
          <pc:sldMk cId="1418713759" sldId="278"/>
        </pc:sldMkLst>
        <pc:spChg chg="mod">
          <ac:chgData name="Abdullahi Saliu" userId="44f647e9d08cd165" providerId="Windows Live" clId="Web-{5CA59BB9-91B6-44C7-A838-37C0638B7835}" dt="2025-03-20T13:26:35.098" v="1029"/>
          <ac:spMkLst>
            <pc:docMk/>
            <pc:sldMk cId="1418713759" sldId="278"/>
            <ac:spMk id="2" creationId="{8161B71F-7B55-E017-60A2-45254E427884}"/>
          </ac:spMkLst>
        </pc:spChg>
        <pc:spChg chg="del">
          <ac:chgData name="Abdullahi Saliu" userId="44f647e9d08cd165" providerId="Windows Live" clId="Web-{5CA59BB9-91B6-44C7-A838-37C0638B7835}" dt="2025-03-20T13:21:53.307" v="959"/>
          <ac:spMkLst>
            <pc:docMk/>
            <pc:sldMk cId="1418713759" sldId="278"/>
            <ac:spMk id="3" creationId="{A6E3CF9E-A425-EC85-8E9E-9BC0D2B577FA}"/>
          </ac:spMkLst>
        </pc:spChg>
        <pc:spChg chg="add del mod">
          <ac:chgData name="Abdullahi Saliu" userId="44f647e9d08cd165" providerId="Windows Live" clId="Web-{5CA59BB9-91B6-44C7-A838-37C0638B7835}" dt="2025-03-20T13:26:29.410" v="1028"/>
          <ac:spMkLst>
            <pc:docMk/>
            <pc:sldMk cId="1418713759" sldId="278"/>
            <ac:spMk id="9" creationId="{73DD697A-E12D-ED2A-D9D7-EE4C6206F51B}"/>
          </ac:spMkLst>
        </pc:spChg>
        <pc:spChg chg="add">
          <ac:chgData name="Abdullahi Saliu" userId="44f647e9d08cd165" providerId="Windows Live" clId="Web-{5CA59BB9-91B6-44C7-A838-37C0638B7835}" dt="2025-03-20T13:26:35.098" v="1029"/>
          <ac:spMkLst>
            <pc:docMk/>
            <pc:sldMk cId="1418713759" sldId="278"/>
            <ac:spMk id="15" creationId="{D4771268-CB57-404A-9271-370EB28F6090}"/>
          </ac:spMkLst>
        </pc:spChg>
        <pc:spChg chg="add del mod">
          <ac:chgData name="Abdullahi Saliu" userId="44f647e9d08cd165" providerId="Windows Live" clId="Web-{5CA59BB9-91B6-44C7-A838-37C0638B7835}" dt="2025-03-20T13:27:58.398" v="1035"/>
          <ac:spMkLst>
            <pc:docMk/>
            <pc:sldMk cId="1418713759" sldId="278"/>
            <ac:spMk id="16" creationId="{9A78254D-794E-BEFB-754A-494BC8759978}"/>
          </ac:spMkLst>
        </pc:spChg>
        <pc:picChg chg="add del mod ord">
          <ac:chgData name="Abdullahi Saliu" userId="44f647e9d08cd165" providerId="Windows Live" clId="Web-{5CA59BB9-91B6-44C7-A838-37C0638B7835}" dt="2025-03-20T13:26:09.347" v="1024"/>
          <ac:picMkLst>
            <pc:docMk/>
            <pc:sldMk cId="1418713759" sldId="278"/>
            <ac:picMk id="4" creationId="{69857849-CBF3-8F43-AEC9-56C0DEB8076F}"/>
          </ac:picMkLst>
        </pc:picChg>
        <pc:picChg chg="add del mod ord">
          <ac:chgData name="Abdullahi Saliu" userId="44f647e9d08cd165" providerId="Windows Live" clId="Web-{5CA59BB9-91B6-44C7-A838-37C0638B7835}" dt="2025-03-20T13:27:23.662" v="1034"/>
          <ac:picMkLst>
            <pc:docMk/>
            <pc:sldMk cId="1418713759" sldId="278"/>
            <ac:picMk id="10" creationId="{AE07FCDD-76C6-CDA3-47DA-5899146B66E1}"/>
          </ac:picMkLst>
        </pc:picChg>
        <pc:picChg chg="add mod ord">
          <ac:chgData name="Abdullahi Saliu" userId="44f647e9d08cd165" providerId="Windows Live" clId="Web-{5CA59BB9-91B6-44C7-A838-37C0638B7835}" dt="2025-03-20T13:28:57.228" v="1040" actId="1076"/>
          <ac:picMkLst>
            <pc:docMk/>
            <pc:sldMk cId="1418713759" sldId="278"/>
            <ac:picMk id="17" creationId="{149DB3F3-6D1A-AFEC-8B7D-DF0A7D200C7B}"/>
          </ac:picMkLst>
        </pc:picChg>
        <pc:inkChg chg="add del">
          <ac:chgData name="Abdullahi Saliu" userId="44f647e9d08cd165" providerId="Windows Live" clId="Web-{5CA59BB9-91B6-44C7-A838-37C0638B7835}" dt="2025-03-20T13:26:19.253" v="1027"/>
          <ac:inkMkLst>
            <pc:docMk/>
            <pc:sldMk cId="1418713759" sldId="278"/>
            <ac:inkMk id="5" creationId="{11552AEC-2C93-9830-9B78-964CF35BF8B5}"/>
          </ac:inkMkLst>
        </pc:inkChg>
        <pc:inkChg chg="add del">
          <ac:chgData name="Abdullahi Saliu" userId="44f647e9d08cd165" providerId="Windows Live" clId="Web-{5CA59BB9-91B6-44C7-A838-37C0638B7835}" dt="2025-03-20T13:26:16.472" v="1025"/>
          <ac:inkMkLst>
            <pc:docMk/>
            <pc:sldMk cId="1418713759" sldId="278"/>
            <ac:inkMk id="6" creationId="{77E95A5E-A482-7535-5C21-E25277F667A2}"/>
          </ac:inkMkLst>
        </pc:inkChg>
        <pc:inkChg chg="add del">
          <ac:chgData name="Abdullahi Saliu" userId="44f647e9d08cd165" providerId="Windows Live" clId="Web-{5CA59BB9-91B6-44C7-A838-37C0638B7835}" dt="2025-03-20T13:26:16.660" v="1026"/>
          <ac:inkMkLst>
            <pc:docMk/>
            <pc:sldMk cId="1418713759" sldId="278"/>
            <ac:inkMk id="7" creationId="{3AD0AC15-49AE-2108-11F3-B821E6FFBB8A}"/>
          </ac:inkMkLst>
        </pc:inkChg>
        <pc:inkChg chg="add">
          <ac:chgData name="Abdullahi Saliu" userId="44f647e9d08cd165" providerId="Windows Live" clId="Web-{5CA59BB9-91B6-44C7-A838-37C0638B7835}" dt="2025-03-20T13:27:08.990" v="1030"/>
          <ac:inkMkLst>
            <pc:docMk/>
            <pc:sldMk cId="1418713759" sldId="278"/>
            <ac:inkMk id="11" creationId="{2FB73921-92EA-5880-04D9-F36A4AA0CCB1}"/>
          </ac:inkMkLst>
        </pc:inkChg>
        <pc:inkChg chg="add del">
          <ac:chgData name="Abdullahi Saliu" userId="44f647e9d08cd165" providerId="Windows Live" clId="Web-{5CA59BB9-91B6-44C7-A838-37C0638B7835}" dt="2025-03-20T13:27:20.881" v="1033"/>
          <ac:inkMkLst>
            <pc:docMk/>
            <pc:sldMk cId="1418713759" sldId="278"/>
            <ac:inkMk id="12" creationId="{0AC333EC-6B51-17D5-7716-9A455D8AAB1C}"/>
          </ac:inkMkLst>
        </pc:inkChg>
        <pc:inkChg chg="add">
          <ac:chgData name="Abdullahi Saliu" userId="44f647e9d08cd165" providerId="Windows Live" clId="Web-{5CA59BB9-91B6-44C7-A838-37C0638B7835}" dt="2025-03-20T13:27:15.287" v="1032"/>
          <ac:inkMkLst>
            <pc:docMk/>
            <pc:sldMk cId="1418713759" sldId="278"/>
            <ac:inkMk id="13" creationId="{2E33692A-AEE4-145D-1AB4-DAD7C969710C}"/>
          </ac:inkMkLst>
        </pc:inkChg>
        <pc:inkChg chg="add">
          <ac:chgData name="Abdullahi Saliu" userId="44f647e9d08cd165" providerId="Windows Live" clId="Web-{5CA59BB9-91B6-44C7-A838-37C0638B7835}" dt="2025-03-20T13:29:07.603" v="1041"/>
          <ac:inkMkLst>
            <pc:docMk/>
            <pc:sldMk cId="1418713759" sldId="278"/>
            <ac:inkMk id="18" creationId="{050E47CA-D520-96AB-863D-203969F91A0F}"/>
          </ac:inkMkLst>
        </pc:inkChg>
      </pc:sldChg>
      <pc:sldChg chg="addSp delSp modSp new mod setBg">
        <pc:chgData name="Abdullahi Saliu" userId="44f647e9d08cd165" providerId="Windows Live" clId="Web-{5CA59BB9-91B6-44C7-A838-37C0638B7835}" dt="2025-03-20T13:33:47.426" v="1136" actId="20577"/>
        <pc:sldMkLst>
          <pc:docMk/>
          <pc:sldMk cId="801321662" sldId="279"/>
        </pc:sldMkLst>
        <pc:spChg chg="mod">
          <ac:chgData name="Abdullahi Saliu" userId="44f647e9d08cd165" providerId="Windows Live" clId="Web-{5CA59BB9-91B6-44C7-A838-37C0638B7835}" dt="2025-03-20T13:32:37.486" v="1076" actId="20577"/>
          <ac:spMkLst>
            <pc:docMk/>
            <pc:sldMk cId="801321662" sldId="279"/>
            <ac:spMk id="2" creationId="{5B781648-4E87-65A0-C35B-4B8E227E625B}"/>
          </ac:spMkLst>
        </pc:spChg>
        <pc:spChg chg="del">
          <ac:chgData name="Abdullahi Saliu" userId="44f647e9d08cd165" providerId="Windows Live" clId="Web-{5CA59BB9-91B6-44C7-A838-37C0638B7835}" dt="2025-03-20T13:30:46.232" v="1047"/>
          <ac:spMkLst>
            <pc:docMk/>
            <pc:sldMk cId="801321662" sldId="279"/>
            <ac:spMk id="3" creationId="{BD0D3039-6266-7DD3-EA29-CDCE6A226154}"/>
          </ac:spMkLst>
        </pc:spChg>
        <pc:spChg chg="add mod">
          <ac:chgData name="Abdullahi Saliu" userId="44f647e9d08cd165" providerId="Windows Live" clId="Web-{5CA59BB9-91B6-44C7-A838-37C0638B7835}" dt="2025-03-20T13:33:47.426" v="1136" actId="20577"/>
          <ac:spMkLst>
            <pc:docMk/>
            <pc:sldMk cId="801321662" sldId="279"/>
            <ac:spMk id="10" creationId="{C9FA773C-D7D6-96A9-7A83-D13C93DF5BB2}"/>
          </ac:spMkLst>
        </pc:spChg>
        <pc:spChg chg="add">
          <ac:chgData name="Abdullahi Saliu" userId="44f647e9d08cd165" providerId="Windows Live" clId="Web-{5CA59BB9-91B6-44C7-A838-37C0638B7835}" dt="2025-03-20T13:32:02.859" v="1050"/>
          <ac:spMkLst>
            <pc:docMk/>
            <pc:sldMk cId="801321662" sldId="279"/>
            <ac:spMk id="13" creationId="{114C78B5-EC6B-4A39-8860-705100867457}"/>
          </ac:spMkLst>
        </pc:spChg>
        <pc:grpChg chg="add">
          <ac:chgData name="Abdullahi Saliu" userId="44f647e9d08cd165" providerId="Windows Live" clId="Web-{5CA59BB9-91B6-44C7-A838-37C0638B7835}" dt="2025-03-20T13:32:02.859" v="1050"/>
          <ac:grpSpMkLst>
            <pc:docMk/>
            <pc:sldMk cId="801321662" sldId="279"/>
            <ac:grpSpMk id="15" creationId="{A50943B0-FDF7-4C2C-B784-9208C945A8C3}"/>
          </ac:grpSpMkLst>
        </pc:grpChg>
        <pc:picChg chg="add mod ord">
          <ac:chgData name="Abdullahi Saliu" userId="44f647e9d08cd165" providerId="Windows Live" clId="Web-{5CA59BB9-91B6-44C7-A838-37C0638B7835}" dt="2025-03-20T13:32:02.859" v="1050"/>
          <ac:picMkLst>
            <pc:docMk/>
            <pc:sldMk cId="801321662" sldId="279"/>
            <ac:picMk id="4" creationId="{9BBCEB3D-1026-1351-F147-22FDD75B1547}"/>
          </ac:picMkLst>
        </pc:picChg>
        <pc:picChg chg="add mod">
          <ac:chgData name="Abdullahi Saliu" userId="44f647e9d08cd165" providerId="Windows Live" clId="Web-{5CA59BB9-91B6-44C7-A838-37C0638B7835}" dt="2025-03-20T13:32:02.859" v="1050"/>
          <ac:picMkLst>
            <pc:docMk/>
            <pc:sldMk cId="801321662" sldId="279"/>
            <ac:picMk id="5" creationId="{C036600B-DD19-66DB-0190-119696D32A38}"/>
          </ac:picMkLst>
        </pc:picChg>
        <pc:picChg chg="add mod">
          <ac:chgData name="Abdullahi Saliu" userId="44f647e9d08cd165" providerId="Windows Live" clId="Web-{5CA59BB9-91B6-44C7-A838-37C0638B7835}" dt="2025-03-20T13:32:02.859" v="1050"/>
          <ac:picMkLst>
            <pc:docMk/>
            <pc:sldMk cId="801321662" sldId="279"/>
            <ac:picMk id="6" creationId="{EC579152-A0A3-F3E8-585E-179CEB0F3E14}"/>
          </ac:picMkLst>
        </pc:picChg>
      </pc:sldChg>
      <pc:sldChg chg="addSp delSp modSp new mod setBg">
        <pc:chgData name="Abdullahi Saliu" userId="44f647e9d08cd165" providerId="Windows Live" clId="Web-{5CA59BB9-91B6-44C7-A838-37C0638B7835}" dt="2025-03-20T13:40:00.236" v="1231" actId="20577"/>
        <pc:sldMkLst>
          <pc:docMk/>
          <pc:sldMk cId="2351375710" sldId="280"/>
        </pc:sldMkLst>
        <pc:spChg chg="mod">
          <ac:chgData name="Abdullahi Saliu" userId="44f647e9d08cd165" providerId="Windows Live" clId="Web-{5CA59BB9-91B6-44C7-A838-37C0638B7835}" dt="2025-03-20T13:40:00.236" v="1231" actId="20577"/>
          <ac:spMkLst>
            <pc:docMk/>
            <pc:sldMk cId="2351375710" sldId="280"/>
            <ac:spMk id="2" creationId="{465BEA4F-01FD-C557-2340-81D0ABB3ACBC}"/>
          </ac:spMkLst>
        </pc:spChg>
        <pc:spChg chg="del">
          <ac:chgData name="Abdullahi Saliu" userId="44f647e9d08cd165" providerId="Windows Live" clId="Web-{5CA59BB9-91B6-44C7-A838-37C0638B7835}" dt="2025-03-20T13:36:52.104" v="1184"/>
          <ac:spMkLst>
            <pc:docMk/>
            <pc:sldMk cId="2351375710" sldId="280"/>
            <ac:spMk id="3" creationId="{E7AF7717-C834-61C3-9780-68EC9C731292}"/>
          </ac:spMkLst>
        </pc:spChg>
        <pc:spChg chg="add del">
          <ac:chgData name="Abdullahi Saliu" userId="44f647e9d08cd165" providerId="Windows Live" clId="Web-{5CA59BB9-91B6-44C7-A838-37C0638B7835}" dt="2025-03-20T13:39:12.109" v="1228"/>
          <ac:spMkLst>
            <pc:docMk/>
            <pc:sldMk cId="2351375710" sldId="280"/>
            <ac:spMk id="9" creationId="{6753252F-4873-4F63-801D-CC719279A7D5}"/>
          </ac:spMkLst>
        </pc:spChg>
        <pc:spChg chg="add del">
          <ac:chgData name="Abdullahi Saliu" userId="44f647e9d08cd165" providerId="Windows Live" clId="Web-{5CA59BB9-91B6-44C7-A838-37C0638B7835}" dt="2025-03-20T13:39:12.109" v="1228"/>
          <ac:spMkLst>
            <pc:docMk/>
            <pc:sldMk cId="2351375710" sldId="280"/>
            <ac:spMk id="11" creationId="{047C8CCB-F95D-4249-92DD-651249D3535A}"/>
          </ac:spMkLst>
        </pc:spChg>
        <pc:spChg chg="add">
          <ac:chgData name="Abdullahi Saliu" userId="44f647e9d08cd165" providerId="Windows Live" clId="Web-{5CA59BB9-91B6-44C7-A838-37C0638B7835}" dt="2025-03-20T13:39:12.109" v="1228"/>
          <ac:spMkLst>
            <pc:docMk/>
            <pc:sldMk cId="2351375710" sldId="280"/>
            <ac:spMk id="16" creationId="{A8384FB5-9ADC-4DDC-881B-597D56F5B15D}"/>
          </ac:spMkLst>
        </pc:spChg>
        <pc:spChg chg="add">
          <ac:chgData name="Abdullahi Saliu" userId="44f647e9d08cd165" providerId="Windows Live" clId="Web-{5CA59BB9-91B6-44C7-A838-37C0638B7835}" dt="2025-03-20T13:39:12.109" v="1228"/>
          <ac:spMkLst>
            <pc:docMk/>
            <pc:sldMk cId="2351375710" sldId="280"/>
            <ac:spMk id="18" creationId="{1199E1B1-A8C0-4FE8-A5A8-1CB41D69F857}"/>
          </ac:spMkLst>
        </pc:spChg>
        <pc:spChg chg="add">
          <ac:chgData name="Abdullahi Saliu" userId="44f647e9d08cd165" providerId="Windows Live" clId="Web-{5CA59BB9-91B6-44C7-A838-37C0638B7835}" dt="2025-03-20T13:39:12.109" v="1228"/>
          <ac:spMkLst>
            <pc:docMk/>
            <pc:sldMk cId="2351375710" sldId="280"/>
            <ac:spMk id="20" creationId="{84A8DE83-DE75-4B41-9DB4-A7EC0B0DEC0B}"/>
          </ac:spMkLst>
        </pc:spChg>
        <pc:spChg chg="add">
          <ac:chgData name="Abdullahi Saliu" userId="44f647e9d08cd165" providerId="Windows Live" clId="Web-{5CA59BB9-91B6-44C7-A838-37C0638B7835}" dt="2025-03-20T13:39:12.109" v="1228"/>
          <ac:spMkLst>
            <pc:docMk/>
            <pc:sldMk cId="2351375710" sldId="280"/>
            <ac:spMk id="22" creationId="{A7009A0A-BEF5-4EAC-AF15-E4F9F002E239}"/>
          </ac:spMkLst>
        </pc:spChg>
        <pc:picChg chg="add mod ord">
          <ac:chgData name="Abdullahi Saliu" userId="44f647e9d08cd165" providerId="Windows Live" clId="Web-{5CA59BB9-91B6-44C7-A838-37C0638B7835}" dt="2025-03-20T13:39:12.109" v="1228"/>
          <ac:picMkLst>
            <pc:docMk/>
            <pc:sldMk cId="2351375710" sldId="280"/>
            <ac:picMk id="4" creationId="{4DD8B4C1-2DCC-860F-2B36-C9915B69AECD}"/>
          </ac:picMkLst>
        </pc:picChg>
      </pc:sldChg>
      <pc:sldChg chg="addSp delSp modSp new mod setBg">
        <pc:chgData name="Abdullahi Saliu" userId="44f647e9d08cd165" providerId="Windows Live" clId="Web-{5CA59BB9-91B6-44C7-A838-37C0638B7835}" dt="2025-03-20T13:42:41.648" v="1273"/>
        <pc:sldMkLst>
          <pc:docMk/>
          <pc:sldMk cId="3032309521" sldId="281"/>
        </pc:sldMkLst>
        <pc:spChg chg="mod">
          <ac:chgData name="Abdullahi Saliu" userId="44f647e9d08cd165" providerId="Windows Live" clId="Web-{5CA59BB9-91B6-44C7-A838-37C0638B7835}" dt="2025-03-20T13:42:41.648" v="1273"/>
          <ac:spMkLst>
            <pc:docMk/>
            <pc:sldMk cId="3032309521" sldId="281"/>
            <ac:spMk id="2" creationId="{0A687EB9-2DC9-8A7E-265F-0E26EAC4064B}"/>
          </ac:spMkLst>
        </pc:spChg>
        <pc:spChg chg="del">
          <ac:chgData name="Abdullahi Saliu" userId="44f647e9d08cd165" providerId="Windows Live" clId="Web-{5CA59BB9-91B6-44C7-A838-37C0638B7835}" dt="2025-03-20T13:40:32.034" v="1233"/>
          <ac:spMkLst>
            <pc:docMk/>
            <pc:sldMk cId="3032309521" sldId="281"/>
            <ac:spMk id="3" creationId="{27BE5CBC-1B74-0855-BFC2-4945FD4D5FDC}"/>
          </ac:spMkLst>
        </pc:spChg>
        <pc:spChg chg="add">
          <ac:chgData name="Abdullahi Saliu" userId="44f647e9d08cd165" providerId="Windows Live" clId="Web-{5CA59BB9-91B6-44C7-A838-37C0638B7835}" dt="2025-03-20T13:42:41.648" v="1273"/>
          <ac:spMkLst>
            <pc:docMk/>
            <pc:sldMk cId="3032309521" sldId="281"/>
            <ac:spMk id="9" creationId="{A4AC5506-6312-4701-8D3C-40187889A947}"/>
          </ac:spMkLst>
        </pc:spChg>
        <pc:picChg chg="add mod ord">
          <ac:chgData name="Abdullahi Saliu" userId="44f647e9d08cd165" providerId="Windows Live" clId="Web-{5CA59BB9-91B6-44C7-A838-37C0638B7835}" dt="2025-03-20T13:42:41.648" v="1273"/>
          <ac:picMkLst>
            <pc:docMk/>
            <pc:sldMk cId="3032309521" sldId="281"/>
            <ac:picMk id="4" creationId="{46830BF9-1C0C-1AE5-0EEF-202B5D58CA22}"/>
          </ac:picMkLst>
        </pc:picChg>
      </pc:sldChg>
      <pc:sldChg chg="addSp delSp modSp new mod setBg">
        <pc:chgData name="Abdullahi Saliu" userId="44f647e9d08cd165" providerId="Windows Live" clId="Web-{5CA59BB9-91B6-44C7-A838-37C0638B7835}" dt="2025-03-20T13:54:18.516" v="1376"/>
        <pc:sldMkLst>
          <pc:docMk/>
          <pc:sldMk cId="3491183365" sldId="282"/>
        </pc:sldMkLst>
        <pc:spChg chg="mod">
          <ac:chgData name="Abdullahi Saliu" userId="44f647e9d08cd165" providerId="Windows Live" clId="Web-{5CA59BB9-91B6-44C7-A838-37C0638B7835}" dt="2025-03-20T13:54:18.516" v="1376"/>
          <ac:spMkLst>
            <pc:docMk/>
            <pc:sldMk cId="3491183365" sldId="282"/>
            <ac:spMk id="2" creationId="{4ED5C2F0-689B-9E3F-C388-4DAC85FAFDA2}"/>
          </ac:spMkLst>
        </pc:spChg>
        <pc:spChg chg="del">
          <ac:chgData name="Abdullahi Saliu" userId="44f647e9d08cd165" providerId="Windows Live" clId="Web-{5CA59BB9-91B6-44C7-A838-37C0638B7835}" dt="2025-03-20T13:51:37.776" v="1340"/>
          <ac:spMkLst>
            <pc:docMk/>
            <pc:sldMk cId="3491183365" sldId="282"/>
            <ac:spMk id="3" creationId="{E37D7664-2CE2-AE65-742F-CD40939ABFB4}"/>
          </ac:spMkLst>
        </pc:spChg>
        <pc:spChg chg="add del">
          <ac:chgData name="Abdullahi Saliu" userId="44f647e9d08cd165" providerId="Windows Live" clId="Web-{5CA59BB9-91B6-44C7-A838-37C0638B7835}" dt="2025-03-20T13:54:18.516" v="1376"/>
          <ac:spMkLst>
            <pc:docMk/>
            <pc:sldMk cId="3491183365" sldId="282"/>
            <ac:spMk id="9" creationId="{6753252F-4873-4F63-801D-CC719279A7D5}"/>
          </ac:spMkLst>
        </pc:spChg>
        <pc:spChg chg="add del">
          <ac:chgData name="Abdullahi Saliu" userId="44f647e9d08cd165" providerId="Windows Live" clId="Web-{5CA59BB9-91B6-44C7-A838-37C0638B7835}" dt="2025-03-20T13:54:18.516" v="1376"/>
          <ac:spMkLst>
            <pc:docMk/>
            <pc:sldMk cId="3491183365" sldId="282"/>
            <ac:spMk id="11" creationId="{047C8CCB-F95D-4249-92DD-651249D3535A}"/>
          </ac:spMkLst>
        </pc:spChg>
        <pc:spChg chg="add">
          <ac:chgData name="Abdullahi Saliu" userId="44f647e9d08cd165" providerId="Windows Live" clId="Web-{5CA59BB9-91B6-44C7-A838-37C0638B7835}" dt="2025-03-20T13:54:18.516" v="1376"/>
          <ac:spMkLst>
            <pc:docMk/>
            <pc:sldMk cId="3491183365" sldId="282"/>
            <ac:spMk id="16" creationId="{A8384FB5-9ADC-4DDC-881B-597D56F5B15D}"/>
          </ac:spMkLst>
        </pc:spChg>
        <pc:spChg chg="add">
          <ac:chgData name="Abdullahi Saliu" userId="44f647e9d08cd165" providerId="Windows Live" clId="Web-{5CA59BB9-91B6-44C7-A838-37C0638B7835}" dt="2025-03-20T13:54:18.516" v="1376"/>
          <ac:spMkLst>
            <pc:docMk/>
            <pc:sldMk cId="3491183365" sldId="282"/>
            <ac:spMk id="18" creationId="{91E5A9A7-95C6-4F4F-B00E-C82E07FE62EF}"/>
          </ac:spMkLst>
        </pc:spChg>
        <pc:spChg chg="add">
          <ac:chgData name="Abdullahi Saliu" userId="44f647e9d08cd165" providerId="Windows Live" clId="Web-{5CA59BB9-91B6-44C7-A838-37C0638B7835}" dt="2025-03-20T13:54:18.516" v="1376"/>
          <ac:spMkLst>
            <pc:docMk/>
            <pc:sldMk cId="3491183365" sldId="282"/>
            <ac:spMk id="20" creationId="{D07DD2DE-F619-49DD-B5E7-03A290FF4ED1}"/>
          </ac:spMkLst>
        </pc:spChg>
        <pc:spChg chg="add">
          <ac:chgData name="Abdullahi Saliu" userId="44f647e9d08cd165" providerId="Windows Live" clId="Web-{5CA59BB9-91B6-44C7-A838-37C0638B7835}" dt="2025-03-20T13:54:18.516" v="1376"/>
          <ac:spMkLst>
            <pc:docMk/>
            <pc:sldMk cId="3491183365" sldId="282"/>
            <ac:spMk id="22" creationId="{85149191-5F60-4A28-AAFF-039F96B0F3EC}"/>
          </ac:spMkLst>
        </pc:spChg>
        <pc:spChg chg="add">
          <ac:chgData name="Abdullahi Saliu" userId="44f647e9d08cd165" providerId="Windows Live" clId="Web-{5CA59BB9-91B6-44C7-A838-37C0638B7835}" dt="2025-03-20T13:54:18.516" v="1376"/>
          <ac:spMkLst>
            <pc:docMk/>
            <pc:sldMk cId="3491183365" sldId="282"/>
            <ac:spMk id="24" creationId="{F8260ED5-17F7-4158-B241-D51DD4CF1B7E}"/>
          </ac:spMkLst>
        </pc:spChg>
        <pc:picChg chg="add mod ord">
          <ac:chgData name="Abdullahi Saliu" userId="44f647e9d08cd165" providerId="Windows Live" clId="Web-{5CA59BB9-91B6-44C7-A838-37C0638B7835}" dt="2025-03-20T13:54:18.516" v="1376"/>
          <ac:picMkLst>
            <pc:docMk/>
            <pc:sldMk cId="3491183365" sldId="282"/>
            <ac:picMk id="4" creationId="{14D1EA7F-C297-3B26-8E87-39949AB09D15}"/>
          </ac:picMkLst>
        </pc:picChg>
      </pc:sldChg>
      <pc:sldChg chg="addSp delSp modSp new mod setBg">
        <pc:chgData name="Abdullahi Saliu" userId="44f647e9d08cd165" providerId="Windows Live" clId="Web-{5CA59BB9-91B6-44C7-A838-37C0638B7835}" dt="2025-03-20T13:57:32.914" v="1426"/>
        <pc:sldMkLst>
          <pc:docMk/>
          <pc:sldMk cId="19013334" sldId="283"/>
        </pc:sldMkLst>
        <pc:spChg chg="mod">
          <ac:chgData name="Abdullahi Saliu" userId="44f647e9d08cd165" providerId="Windows Live" clId="Web-{5CA59BB9-91B6-44C7-A838-37C0638B7835}" dt="2025-03-20T13:57:32.914" v="1426"/>
          <ac:spMkLst>
            <pc:docMk/>
            <pc:sldMk cId="19013334" sldId="283"/>
            <ac:spMk id="2" creationId="{CC8C2D44-2500-ADFF-3E7A-73980FB2EA91}"/>
          </ac:spMkLst>
        </pc:spChg>
        <pc:spChg chg="del">
          <ac:chgData name="Abdullahi Saliu" userId="44f647e9d08cd165" providerId="Windows Live" clId="Web-{5CA59BB9-91B6-44C7-A838-37C0638B7835}" dt="2025-03-20T13:56:08.926" v="1377"/>
          <ac:spMkLst>
            <pc:docMk/>
            <pc:sldMk cId="19013334" sldId="283"/>
            <ac:spMk id="3" creationId="{DB32476A-6BD2-1DCA-C3AC-D6C8D0CE7903}"/>
          </ac:spMkLst>
        </pc:spChg>
        <pc:spChg chg="add">
          <ac:chgData name="Abdullahi Saliu" userId="44f647e9d08cd165" providerId="Windows Live" clId="Web-{5CA59BB9-91B6-44C7-A838-37C0638B7835}" dt="2025-03-20T13:57:32.914" v="1426"/>
          <ac:spMkLst>
            <pc:docMk/>
            <pc:sldMk cId="19013334" sldId="283"/>
            <ac:spMk id="9" creationId="{A8384FB5-9ADC-4DDC-881B-597D56F5B15D}"/>
          </ac:spMkLst>
        </pc:spChg>
        <pc:spChg chg="add">
          <ac:chgData name="Abdullahi Saliu" userId="44f647e9d08cd165" providerId="Windows Live" clId="Web-{5CA59BB9-91B6-44C7-A838-37C0638B7835}" dt="2025-03-20T13:57:32.914" v="1426"/>
          <ac:spMkLst>
            <pc:docMk/>
            <pc:sldMk cId="19013334" sldId="283"/>
            <ac:spMk id="11" creationId="{91E5A9A7-95C6-4F4F-B00E-C82E07FE62EF}"/>
          </ac:spMkLst>
        </pc:spChg>
        <pc:spChg chg="add">
          <ac:chgData name="Abdullahi Saliu" userId="44f647e9d08cd165" providerId="Windows Live" clId="Web-{5CA59BB9-91B6-44C7-A838-37C0638B7835}" dt="2025-03-20T13:57:32.914" v="1426"/>
          <ac:spMkLst>
            <pc:docMk/>
            <pc:sldMk cId="19013334" sldId="283"/>
            <ac:spMk id="13" creationId="{D07DD2DE-F619-49DD-B5E7-03A290FF4ED1}"/>
          </ac:spMkLst>
        </pc:spChg>
        <pc:spChg chg="add">
          <ac:chgData name="Abdullahi Saliu" userId="44f647e9d08cd165" providerId="Windows Live" clId="Web-{5CA59BB9-91B6-44C7-A838-37C0638B7835}" dt="2025-03-20T13:57:32.914" v="1426"/>
          <ac:spMkLst>
            <pc:docMk/>
            <pc:sldMk cId="19013334" sldId="283"/>
            <ac:spMk id="15" creationId="{85149191-5F60-4A28-AAFF-039F96B0F3EC}"/>
          </ac:spMkLst>
        </pc:spChg>
        <pc:spChg chg="add">
          <ac:chgData name="Abdullahi Saliu" userId="44f647e9d08cd165" providerId="Windows Live" clId="Web-{5CA59BB9-91B6-44C7-A838-37C0638B7835}" dt="2025-03-20T13:57:32.914" v="1426"/>
          <ac:spMkLst>
            <pc:docMk/>
            <pc:sldMk cId="19013334" sldId="283"/>
            <ac:spMk id="17" creationId="{F8260ED5-17F7-4158-B241-D51DD4CF1B7E}"/>
          </ac:spMkLst>
        </pc:spChg>
        <pc:picChg chg="add mod ord">
          <ac:chgData name="Abdullahi Saliu" userId="44f647e9d08cd165" providerId="Windows Live" clId="Web-{5CA59BB9-91B6-44C7-A838-37C0638B7835}" dt="2025-03-20T13:57:32.914" v="1426"/>
          <ac:picMkLst>
            <pc:docMk/>
            <pc:sldMk cId="19013334" sldId="283"/>
            <ac:picMk id="4" creationId="{805FF9F6-5464-57BF-86C8-5BCC9385DD44}"/>
          </ac:picMkLst>
        </pc:picChg>
      </pc:sldChg>
      <pc:sldChg chg="addSp delSp modSp new mod setBg">
        <pc:chgData name="Abdullahi Saliu" userId="44f647e9d08cd165" providerId="Windows Live" clId="Web-{5CA59BB9-91B6-44C7-A838-37C0638B7835}" dt="2025-03-20T13:58:22.728" v="1442"/>
        <pc:sldMkLst>
          <pc:docMk/>
          <pc:sldMk cId="1745703576" sldId="284"/>
        </pc:sldMkLst>
        <pc:spChg chg="mod ord">
          <ac:chgData name="Abdullahi Saliu" userId="44f647e9d08cd165" providerId="Windows Live" clId="Web-{5CA59BB9-91B6-44C7-A838-37C0638B7835}" dt="2025-03-20T13:58:22.728" v="1442"/>
          <ac:spMkLst>
            <pc:docMk/>
            <pc:sldMk cId="1745703576" sldId="284"/>
            <ac:spMk id="2" creationId="{EA308940-998D-53CE-1003-36632F407B54}"/>
          </ac:spMkLst>
        </pc:spChg>
        <pc:spChg chg="del">
          <ac:chgData name="Abdullahi Saliu" userId="44f647e9d08cd165" providerId="Windows Live" clId="Web-{5CA59BB9-91B6-44C7-A838-37C0638B7835}" dt="2025-03-20T13:57:56.086" v="1430"/>
          <ac:spMkLst>
            <pc:docMk/>
            <pc:sldMk cId="1745703576" sldId="284"/>
            <ac:spMk id="3" creationId="{A8A16868-3F1E-34DE-1CC8-DABB7FFB08A2}"/>
          </ac:spMkLst>
        </pc:spChg>
        <pc:spChg chg="add">
          <ac:chgData name="Abdullahi Saliu" userId="44f647e9d08cd165" providerId="Windows Live" clId="Web-{5CA59BB9-91B6-44C7-A838-37C0638B7835}" dt="2025-03-20T13:58:22.728" v="1442"/>
          <ac:spMkLst>
            <pc:docMk/>
            <pc:sldMk cId="1745703576" sldId="284"/>
            <ac:spMk id="9" creationId="{9203DE33-2CD4-4CA8-9AF3-37C3B65133B0}"/>
          </ac:spMkLst>
        </pc:spChg>
        <pc:spChg chg="add">
          <ac:chgData name="Abdullahi Saliu" userId="44f647e9d08cd165" providerId="Windows Live" clId="Web-{5CA59BB9-91B6-44C7-A838-37C0638B7835}" dt="2025-03-20T13:58:22.728" v="1442"/>
          <ac:spMkLst>
            <pc:docMk/>
            <pc:sldMk cId="1745703576" sldId="284"/>
            <ac:spMk id="11" creationId="{0AF57B88-1D4C-41FA-A761-EC1DD10C35CB}"/>
          </ac:spMkLst>
        </pc:spChg>
        <pc:spChg chg="add">
          <ac:chgData name="Abdullahi Saliu" userId="44f647e9d08cd165" providerId="Windows Live" clId="Web-{5CA59BB9-91B6-44C7-A838-37C0638B7835}" dt="2025-03-20T13:58:22.728" v="1442"/>
          <ac:spMkLst>
            <pc:docMk/>
            <pc:sldMk cId="1745703576" sldId="284"/>
            <ac:spMk id="13" creationId="{D2548F45-5164-4ABB-8212-7F293FDED8D4}"/>
          </ac:spMkLst>
        </pc:spChg>
        <pc:spChg chg="add">
          <ac:chgData name="Abdullahi Saliu" userId="44f647e9d08cd165" providerId="Windows Live" clId="Web-{5CA59BB9-91B6-44C7-A838-37C0638B7835}" dt="2025-03-20T13:58:22.728" v="1442"/>
          <ac:spMkLst>
            <pc:docMk/>
            <pc:sldMk cId="1745703576" sldId="284"/>
            <ac:spMk id="15" creationId="{5E81CCFB-7BEF-4186-86FB-D09450B4D02D}"/>
          </ac:spMkLst>
        </pc:spChg>
        <pc:picChg chg="add mod ord">
          <ac:chgData name="Abdullahi Saliu" userId="44f647e9d08cd165" providerId="Windows Live" clId="Web-{5CA59BB9-91B6-44C7-A838-37C0638B7835}" dt="2025-03-20T13:58:22.728" v="1442"/>
          <ac:picMkLst>
            <pc:docMk/>
            <pc:sldMk cId="1745703576" sldId="284"/>
            <ac:picMk id="4" creationId="{301EB063-462F-37A5-78DE-63DF5A13D1D3}"/>
          </ac:picMkLst>
        </pc:picChg>
      </pc:sldChg>
      <pc:sldChg chg="addSp delSp modSp new mod setBg">
        <pc:chgData name="Abdullahi Saliu" userId="44f647e9d08cd165" providerId="Windows Live" clId="Web-{5CA59BB9-91B6-44C7-A838-37C0638B7835}" dt="2025-03-20T14:08:40.906" v="1556"/>
        <pc:sldMkLst>
          <pc:docMk/>
          <pc:sldMk cId="4153661602" sldId="285"/>
        </pc:sldMkLst>
        <pc:spChg chg="mod">
          <ac:chgData name="Abdullahi Saliu" userId="44f647e9d08cd165" providerId="Windows Live" clId="Web-{5CA59BB9-91B6-44C7-A838-37C0638B7835}" dt="2025-03-20T14:08:40.906" v="1556"/>
          <ac:spMkLst>
            <pc:docMk/>
            <pc:sldMk cId="4153661602" sldId="285"/>
            <ac:spMk id="2" creationId="{84B23E0B-B506-3A8C-E20B-4C0F371A84FF}"/>
          </ac:spMkLst>
        </pc:spChg>
        <pc:spChg chg="del">
          <ac:chgData name="Abdullahi Saliu" userId="44f647e9d08cd165" providerId="Windows Live" clId="Web-{5CA59BB9-91B6-44C7-A838-37C0638B7835}" dt="2025-03-20T14:00:37.451" v="1444"/>
          <ac:spMkLst>
            <pc:docMk/>
            <pc:sldMk cId="4153661602" sldId="285"/>
            <ac:spMk id="3" creationId="{7CB2BB51-F911-7B4C-577F-5C9D1D10B94E}"/>
          </ac:spMkLst>
        </pc:spChg>
        <pc:spChg chg="add del">
          <ac:chgData name="Abdullahi Saliu" userId="44f647e9d08cd165" providerId="Windows Live" clId="Web-{5CA59BB9-91B6-44C7-A838-37C0638B7835}" dt="2025-03-20T14:08:40.906" v="1556"/>
          <ac:spMkLst>
            <pc:docMk/>
            <pc:sldMk cId="4153661602" sldId="285"/>
            <ac:spMk id="9" creationId="{A8384FB5-9ADC-4DDC-881B-597D56F5B15D}"/>
          </ac:spMkLst>
        </pc:spChg>
        <pc:spChg chg="add del">
          <ac:chgData name="Abdullahi Saliu" userId="44f647e9d08cd165" providerId="Windows Live" clId="Web-{5CA59BB9-91B6-44C7-A838-37C0638B7835}" dt="2025-03-20T14:08:40.906" v="1556"/>
          <ac:spMkLst>
            <pc:docMk/>
            <pc:sldMk cId="4153661602" sldId="285"/>
            <ac:spMk id="11" creationId="{91E5A9A7-95C6-4F4F-B00E-C82E07FE62EF}"/>
          </ac:spMkLst>
        </pc:spChg>
        <pc:spChg chg="add">
          <ac:chgData name="Abdullahi Saliu" userId="44f647e9d08cd165" providerId="Windows Live" clId="Web-{5CA59BB9-91B6-44C7-A838-37C0638B7835}" dt="2025-03-20T14:03:26.692" v="1532"/>
          <ac:spMkLst>
            <pc:docMk/>
            <pc:sldMk cId="4153661602" sldId="285"/>
            <ac:spMk id="13" creationId="{D07DD2DE-F619-49DD-B5E7-03A290FF4ED1}"/>
          </ac:spMkLst>
        </pc:spChg>
        <pc:spChg chg="add del">
          <ac:chgData name="Abdullahi Saliu" userId="44f647e9d08cd165" providerId="Windows Live" clId="Web-{5CA59BB9-91B6-44C7-A838-37C0638B7835}" dt="2025-03-20T14:08:40.906" v="1556"/>
          <ac:spMkLst>
            <pc:docMk/>
            <pc:sldMk cId="4153661602" sldId="285"/>
            <ac:spMk id="15" creationId="{85149191-5F60-4A28-AAFF-039F96B0F3EC}"/>
          </ac:spMkLst>
        </pc:spChg>
        <pc:spChg chg="add del">
          <ac:chgData name="Abdullahi Saliu" userId="44f647e9d08cd165" providerId="Windows Live" clId="Web-{5CA59BB9-91B6-44C7-A838-37C0638B7835}" dt="2025-03-20T14:08:40.906" v="1556"/>
          <ac:spMkLst>
            <pc:docMk/>
            <pc:sldMk cId="4153661602" sldId="285"/>
            <ac:spMk id="17" creationId="{F8260ED5-17F7-4158-B241-D51DD4CF1B7E}"/>
          </ac:spMkLst>
        </pc:spChg>
        <pc:spChg chg="add">
          <ac:chgData name="Abdullahi Saliu" userId="44f647e9d08cd165" providerId="Windows Live" clId="Web-{5CA59BB9-91B6-44C7-A838-37C0638B7835}" dt="2025-03-20T14:08:40.906" v="1556"/>
          <ac:spMkLst>
            <pc:docMk/>
            <pc:sldMk cId="4153661602" sldId="285"/>
            <ac:spMk id="22" creationId="{A8384FB5-9ADC-4DDC-881B-597D56F5B15D}"/>
          </ac:spMkLst>
        </pc:spChg>
        <pc:spChg chg="add">
          <ac:chgData name="Abdullahi Saliu" userId="44f647e9d08cd165" providerId="Windows Live" clId="Web-{5CA59BB9-91B6-44C7-A838-37C0638B7835}" dt="2025-03-20T14:08:40.906" v="1556"/>
          <ac:spMkLst>
            <pc:docMk/>
            <pc:sldMk cId="4153661602" sldId="285"/>
            <ac:spMk id="24" creationId="{91E5A9A7-95C6-4F4F-B00E-C82E07FE62EF}"/>
          </ac:spMkLst>
        </pc:spChg>
        <pc:spChg chg="add">
          <ac:chgData name="Abdullahi Saliu" userId="44f647e9d08cd165" providerId="Windows Live" clId="Web-{5CA59BB9-91B6-44C7-A838-37C0638B7835}" dt="2025-03-20T14:08:40.906" v="1556"/>
          <ac:spMkLst>
            <pc:docMk/>
            <pc:sldMk cId="4153661602" sldId="285"/>
            <ac:spMk id="26" creationId="{D07DD2DE-F619-49DD-B5E7-03A290FF4ED1}"/>
          </ac:spMkLst>
        </pc:spChg>
        <pc:spChg chg="add">
          <ac:chgData name="Abdullahi Saliu" userId="44f647e9d08cd165" providerId="Windows Live" clId="Web-{5CA59BB9-91B6-44C7-A838-37C0638B7835}" dt="2025-03-20T14:08:40.906" v="1556"/>
          <ac:spMkLst>
            <pc:docMk/>
            <pc:sldMk cId="4153661602" sldId="285"/>
            <ac:spMk id="28" creationId="{85149191-5F60-4A28-AAFF-039F96B0F3EC}"/>
          </ac:spMkLst>
        </pc:spChg>
        <pc:spChg chg="add">
          <ac:chgData name="Abdullahi Saliu" userId="44f647e9d08cd165" providerId="Windows Live" clId="Web-{5CA59BB9-91B6-44C7-A838-37C0638B7835}" dt="2025-03-20T14:08:40.906" v="1556"/>
          <ac:spMkLst>
            <pc:docMk/>
            <pc:sldMk cId="4153661602" sldId="285"/>
            <ac:spMk id="30" creationId="{F8260ED5-17F7-4158-B241-D51DD4CF1B7E}"/>
          </ac:spMkLst>
        </pc:spChg>
        <pc:picChg chg="add mod ord">
          <ac:chgData name="Abdullahi Saliu" userId="44f647e9d08cd165" providerId="Windows Live" clId="Web-{5CA59BB9-91B6-44C7-A838-37C0638B7835}" dt="2025-03-20T14:03:26.692" v="1532"/>
          <ac:picMkLst>
            <pc:docMk/>
            <pc:sldMk cId="4153661602" sldId="285"/>
            <ac:picMk id="4" creationId="{148C9D18-DD79-75FA-687F-B216F9AF2E77}"/>
          </ac:picMkLst>
        </pc:picChg>
      </pc:sldChg>
      <pc:sldChg chg="addSp delSp modSp new mod setBg">
        <pc:chgData name="Abdullahi Saliu" userId="44f647e9d08cd165" providerId="Windows Live" clId="Web-{5CA59BB9-91B6-44C7-A838-37C0638B7835}" dt="2025-03-20T14:12:18.101" v="1630"/>
        <pc:sldMkLst>
          <pc:docMk/>
          <pc:sldMk cId="764334138" sldId="286"/>
        </pc:sldMkLst>
        <pc:spChg chg="mod">
          <ac:chgData name="Abdullahi Saliu" userId="44f647e9d08cd165" providerId="Windows Live" clId="Web-{5CA59BB9-91B6-44C7-A838-37C0638B7835}" dt="2025-03-20T14:12:18.101" v="1630"/>
          <ac:spMkLst>
            <pc:docMk/>
            <pc:sldMk cId="764334138" sldId="286"/>
            <ac:spMk id="2" creationId="{1625E114-D008-F176-59B3-98D99F396766}"/>
          </ac:spMkLst>
        </pc:spChg>
        <pc:spChg chg="del">
          <ac:chgData name="Abdullahi Saliu" userId="44f647e9d08cd165" providerId="Windows Live" clId="Web-{5CA59BB9-91B6-44C7-A838-37C0638B7835}" dt="2025-03-20T14:10:44.098" v="1558"/>
          <ac:spMkLst>
            <pc:docMk/>
            <pc:sldMk cId="764334138" sldId="286"/>
            <ac:spMk id="3" creationId="{B5F36775-8986-FE5E-8CC3-0A2A27C09937}"/>
          </ac:spMkLst>
        </pc:spChg>
        <pc:spChg chg="add del">
          <ac:chgData name="Abdullahi Saliu" userId="44f647e9d08cd165" providerId="Windows Live" clId="Web-{5CA59BB9-91B6-44C7-A838-37C0638B7835}" dt="2025-03-20T14:12:18.086" v="1629"/>
          <ac:spMkLst>
            <pc:docMk/>
            <pc:sldMk cId="764334138" sldId="286"/>
            <ac:spMk id="8" creationId="{E25FC264-FB14-86E1-7753-3AE804BD8489}"/>
          </ac:spMkLst>
        </pc:spChg>
        <pc:spChg chg="add">
          <ac:chgData name="Abdullahi Saliu" userId="44f647e9d08cd165" providerId="Windows Live" clId="Web-{5CA59BB9-91B6-44C7-A838-37C0638B7835}" dt="2025-03-20T14:12:18.101" v="1630"/>
          <ac:spMkLst>
            <pc:docMk/>
            <pc:sldMk cId="764334138" sldId="286"/>
            <ac:spMk id="9" creationId="{A8384FB5-9ADC-4DDC-881B-597D56F5B15D}"/>
          </ac:spMkLst>
        </pc:spChg>
        <pc:spChg chg="add del">
          <ac:chgData name="Abdullahi Saliu" userId="44f647e9d08cd165" providerId="Windows Live" clId="Web-{5CA59BB9-91B6-44C7-A838-37C0638B7835}" dt="2025-03-20T14:12:18.086" v="1629"/>
          <ac:spMkLst>
            <pc:docMk/>
            <pc:sldMk cId="764334138" sldId="286"/>
            <ac:spMk id="11" creationId="{73AD41DB-DF9F-49BC-85AE-6AB1840AD517}"/>
          </ac:spMkLst>
        </pc:spChg>
        <pc:spChg chg="add">
          <ac:chgData name="Abdullahi Saliu" userId="44f647e9d08cd165" providerId="Windows Live" clId="Web-{5CA59BB9-91B6-44C7-A838-37C0638B7835}" dt="2025-03-20T14:12:18.101" v="1630"/>
          <ac:spMkLst>
            <pc:docMk/>
            <pc:sldMk cId="764334138" sldId="286"/>
            <ac:spMk id="15" creationId="{A7009A0A-BEF5-4EAC-AF15-E4F9F002E239}"/>
          </ac:spMkLst>
        </pc:spChg>
        <pc:spChg chg="add">
          <ac:chgData name="Abdullahi Saliu" userId="44f647e9d08cd165" providerId="Windows Live" clId="Web-{5CA59BB9-91B6-44C7-A838-37C0638B7835}" dt="2025-03-20T14:12:18.101" v="1630"/>
          <ac:spMkLst>
            <pc:docMk/>
            <pc:sldMk cId="764334138" sldId="286"/>
            <ac:spMk id="17" creationId="{1199E1B1-A8C0-4FE8-A5A8-1CB41D69F857}"/>
          </ac:spMkLst>
        </pc:spChg>
        <pc:spChg chg="add">
          <ac:chgData name="Abdullahi Saliu" userId="44f647e9d08cd165" providerId="Windows Live" clId="Web-{5CA59BB9-91B6-44C7-A838-37C0638B7835}" dt="2025-03-20T14:12:18.101" v="1630"/>
          <ac:spMkLst>
            <pc:docMk/>
            <pc:sldMk cId="764334138" sldId="286"/>
            <ac:spMk id="18" creationId="{84A8DE83-DE75-4B41-9DB4-A7EC0B0DEC0B}"/>
          </ac:spMkLst>
        </pc:spChg>
        <pc:grpChg chg="add del">
          <ac:chgData name="Abdullahi Saliu" userId="44f647e9d08cd165" providerId="Windows Live" clId="Web-{5CA59BB9-91B6-44C7-A838-37C0638B7835}" dt="2025-03-20T14:12:18.086" v="1629"/>
          <ac:grpSpMkLst>
            <pc:docMk/>
            <pc:sldMk cId="764334138" sldId="286"/>
            <ac:grpSpMk id="13" creationId="{A4AE1828-51FD-4AD7-BCF6-9AF5C696CE5D}"/>
          </ac:grpSpMkLst>
        </pc:grpChg>
        <pc:picChg chg="add mod ord">
          <ac:chgData name="Abdullahi Saliu" userId="44f647e9d08cd165" providerId="Windows Live" clId="Web-{5CA59BB9-91B6-44C7-A838-37C0638B7835}" dt="2025-03-20T14:12:18.101" v="1630"/>
          <ac:picMkLst>
            <pc:docMk/>
            <pc:sldMk cId="764334138" sldId="286"/>
            <ac:picMk id="4" creationId="{659148D5-F291-368A-9995-05B4707EF302}"/>
          </ac:picMkLst>
        </pc:picChg>
      </pc:sldChg>
      <pc:sldChg chg="addSp delSp modSp new mod setBg">
        <pc:chgData name="Abdullahi Saliu" userId="44f647e9d08cd165" providerId="Windows Live" clId="Web-{5CA59BB9-91B6-44C7-A838-37C0638B7835}" dt="2025-03-20T14:09:56.315" v="1557"/>
        <pc:sldMkLst>
          <pc:docMk/>
          <pc:sldMk cId="712045984" sldId="287"/>
        </pc:sldMkLst>
        <pc:spChg chg="mod ord">
          <ac:chgData name="Abdullahi Saliu" userId="44f647e9d08cd165" providerId="Windows Live" clId="Web-{5CA59BB9-91B6-44C7-A838-37C0638B7835}" dt="2025-03-20T14:09:56.315" v="1557"/>
          <ac:spMkLst>
            <pc:docMk/>
            <pc:sldMk cId="712045984" sldId="287"/>
            <ac:spMk id="2" creationId="{5D158A99-CB62-D894-1B20-51BAB01DD43B}"/>
          </ac:spMkLst>
        </pc:spChg>
        <pc:spChg chg="del">
          <ac:chgData name="Abdullahi Saliu" userId="44f647e9d08cd165" providerId="Windows Live" clId="Web-{5CA59BB9-91B6-44C7-A838-37C0638B7835}" dt="2025-03-20T14:07:14.434" v="1548"/>
          <ac:spMkLst>
            <pc:docMk/>
            <pc:sldMk cId="712045984" sldId="287"/>
            <ac:spMk id="3" creationId="{B302D873-8E3A-0FF8-48B6-D108BC179D7E}"/>
          </ac:spMkLst>
        </pc:spChg>
        <pc:spChg chg="add">
          <ac:chgData name="Abdullahi Saliu" userId="44f647e9d08cd165" providerId="Windows Live" clId="Web-{5CA59BB9-91B6-44C7-A838-37C0638B7835}" dt="2025-03-20T14:09:56.315" v="1557"/>
          <ac:spMkLst>
            <pc:docMk/>
            <pc:sldMk cId="712045984" sldId="287"/>
            <ac:spMk id="9" creationId="{9203DE33-2CD4-4CA8-9AF3-37C3B65133B0}"/>
          </ac:spMkLst>
        </pc:spChg>
        <pc:spChg chg="add">
          <ac:chgData name="Abdullahi Saliu" userId="44f647e9d08cd165" providerId="Windows Live" clId="Web-{5CA59BB9-91B6-44C7-A838-37C0638B7835}" dt="2025-03-20T14:09:56.315" v="1557"/>
          <ac:spMkLst>
            <pc:docMk/>
            <pc:sldMk cId="712045984" sldId="287"/>
            <ac:spMk id="11" creationId="{0AF57B88-1D4C-41FA-A761-EC1DD10C35CB}"/>
          </ac:spMkLst>
        </pc:spChg>
        <pc:spChg chg="add">
          <ac:chgData name="Abdullahi Saliu" userId="44f647e9d08cd165" providerId="Windows Live" clId="Web-{5CA59BB9-91B6-44C7-A838-37C0638B7835}" dt="2025-03-20T14:09:56.315" v="1557"/>
          <ac:spMkLst>
            <pc:docMk/>
            <pc:sldMk cId="712045984" sldId="287"/>
            <ac:spMk id="13" creationId="{D2548F45-5164-4ABB-8212-7F293FDED8D4}"/>
          </ac:spMkLst>
        </pc:spChg>
        <pc:spChg chg="add">
          <ac:chgData name="Abdullahi Saliu" userId="44f647e9d08cd165" providerId="Windows Live" clId="Web-{5CA59BB9-91B6-44C7-A838-37C0638B7835}" dt="2025-03-20T14:09:56.315" v="1557"/>
          <ac:spMkLst>
            <pc:docMk/>
            <pc:sldMk cId="712045984" sldId="287"/>
            <ac:spMk id="15" creationId="{5E81CCFB-7BEF-4186-86FB-D09450B4D02D}"/>
          </ac:spMkLst>
        </pc:spChg>
        <pc:picChg chg="add mod ord">
          <ac:chgData name="Abdullahi Saliu" userId="44f647e9d08cd165" providerId="Windows Live" clId="Web-{5CA59BB9-91B6-44C7-A838-37C0638B7835}" dt="2025-03-20T14:09:56.315" v="1557"/>
          <ac:picMkLst>
            <pc:docMk/>
            <pc:sldMk cId="712045984" sldId="287"/>
            <ac:picMk id="4" creationId="{B2154E85-8169-5841-5830-7341EE16A72B}"/>
          </ac:picMkLst>
        </pc:picChg>
      </pc:sldChg>
      <pc:sldChg chg="modSp new">
        <pc:chgData name="Abdullahi Saliu" userId="44f647e9d08cd165" providerId="Windows Live" clId="Web-{5CA59BB9-91B6-44C7-A838-37C0638B7835}" dt="2025-03-20T14:15:35.749" v="1682" actId="20577"/>
        <pc:sldMkLst>
          <pc:docMk/>
          <pc:sldMk cId="117218991" sldId="288"/>
        </pc:sldMkLst>
        <pc:spChg chg="mod">
          <ac:chgData name="Abdullahi Saliu" userId="44f647e9d08cd165" providerId="Windows Live" clId="Web-{5CA59BB9-91B6-44C7-A838-37C0638B7835}" dt="2025-03-20T14:15:35.749" v="1682" actId="20577"/>
          <ac:spMkLst>
            <pc:docMk/>
            <pc:sldMk cId="117218991" sldId="288"/>
            <ac:spMk id="2" creationId="{0F4BC021-82EC-43B3-6EA5-146239056E20}"/>
          </ac:spMkLst>
        </pc:spChg>
      </pc:sldChg>
      <pc:sldChg chg="addSp delSp modSp new mod setBg">
        <pc:chgData name="Abdullahi Saliu" userId="44f647e9d08cd165" providerId="Windows Live" clId="Web-{5CA59BB9-91B6-44C7-A838-37C0638B7835}" dt="2025-03-20T14:18:58.053" v="1769"/>
        <pc:sldMkLst>
          <pc:docMk/>
          <pc:sldMk cId="4238615685" sldId="289"/>
        </pc:sldMkLst>
        <pc:spChg chg="mod">
          <ac:chgData name="Abdullahi Saliu" userId="44f647e9d08cd165" providerId="Windows Live" clId="Web-{5CA59BB9-91B6-44C7-A838-37C0638B7835}" dt="2025-03-20T14:18:58.053" v="1769"/>
          <ac:spMkLst>
            <pc:docMk/>
            <pc:sldMk cId="4238615685" sldId="289"/>
            <ac:spMk id="2" creationId="{63760821-B228-9DBF-06B0-AE0657802A06}"/>
          </ac:spMkLst>
        </pc:spChg>
        <pc:spChg chg="del">
          <ac:chgData name="Abdullahi Saliu" userId="44f647e9d08cd165" providerId="Windows Live" clId="Web-{5CA59BB9-91B6-44C7-A838-37C0638B7835}" dt="2025-03-20T14:17:00.486" v="1717"/>
          <ac:spMkLst>
            <pc:docMk/>
            <pc:sldMk cId="4238615685" sldId="289"/>
            <ac:spMk id="3" creationId="{3A354C29-293C-DF48-8EDC-CD370754AD6F}"/>
          </ac:spMkLst>
        </pc:spChg>
        <pc:spChg chg="add">
          <ac:chgData name="Abdullahi Saliu" userId="44f647e9d08cd165" providerId="Windows Live" clId="Web-{5CA59BB9-91B6-44C7-A838-37C0638B7835}" dt="2025-03-20T14:18:58.053" v="1769"/>
          <ac:spMkLst>
            <pc:docMk/>
            <pc:sldMk cId="4238615685" sldId="289"/>
            <ac:spMk id="9" creationId="{A8384FB5-9ADC-4DDC-881B-597D56F5B15D}"/>
          </ac:spMkLst>
        </pc:spChg>
        <pc:spChg chg="add">
          <ac:chgData name="Abdullahi Saliu" userId="44f647e9d08cd165" providerId="Windows Live" clId="Web-{5CA59BB9-91B6-44C7-A838-37C0638B7835}" dt="2025-03-20T14:18:58.053" v="1769"/>
          <ac:spMkLst>
            <pc:docMk/>
            <pc:sldMk cId="4238615685" sldId="289"/>
            <ac:spMk id="11" creationId="{91E5A9A7-95C6-4F4F-B00E-C82E07FE62EF}"/>
          </ac:spMkLst>
        </pc:spChg>
        <pc:spChg chg="add">
          <ac:chgData name="Abdullahi Saliu" userId="44f647e9d08cd165" providerId="Windows Live" clId="Web-{5CA59BB9-91B6-44C7-A838-37C0638B7835}" dt="2025-03-20T14:18:58.053" v="1769"/>
          <ac:spMkLst>
            <pc:docMk/>
            <pc:sldMk cId="4238615685" sldId="289"/>
            <ac:spMk id="13" creationId="{D07DD2DE-F619-49DD-B5E7-03A290FF4ED1}"/>
          </ac:spMkLst>
        </pc:spChg>
        <pc:spChg chg="add">
          <ac:chgData name="Abdullahi Saliu" userId="44f647e9d08cd165" providerId="Windows Live" clId="Web-{5CA59BB9-91B6-44C7-A838-37C0638B7835}" dt="2025-03-20T14:18:58.053" v="1769"/>
          <ac:spMkLst>
            <pc:docMk/>
            <pc:sldMk cId="4238615685" sldId="289"/>
            <ac:spMk id="15" creationId="{85149191-5F60-4A28-AAFF-039F96B0F3EC}"/>
          </ac:spMkLst>
        </pc:spChg>
        <pc:spChg chg="add">
          <ac:chgData name="Abdullahi Saliu" userId="44f647e9d08cd165" providerId="Windows Live" clId="Web-{5CA59BB9-91B6-44C7-A838-37C0638B7835}" dt="2025-03-20T14:18:58.053" v="1769"/>
          <ac:spMkLst>
            <pc:docMk/>
            <pc:sldMk cId="4238615685" sldId="289"/>
            <ac:spMk id="17" creationId="{F8260ED5-17F7-4158-B241-D51DD4CF1B7E}"/>
          </ac:spMkLst>
        </pc:spChg>
        <pc:picChg chg="add mod ord">
          <ac:chgData name="Abdullahi Saliu" userId="44f647e9d08cd165" providerId="Windows Live" clId="Web-{5CA59BB9-91B6-44C7-A838-37C0638B7835}" dt="2025-03-20T14:18:58.053" v="1769"/>
          <ac:picMkLst>
            <pc:docMk/>
            <pc:sldMk cId="4238615685" sldId="289"/>
            <ac:picMk id="4" creationId="{B71C28A2-4BE9-C943-B664-AA8E09ABE8C1}"/>
          </ac:picMkLst>
        </pc:picChg>
      </pc:sldChg>
      <pc:sldChg chg="addSp delSp modSp new mod setBg">
        <pc:chgData name="Abdullahi Saliu" userId="44f647e9d08cd165" providerId="Windows Live" clId="Web-{5CA59BB9-91B6-44C7-A838-37C0638B7835}" dt="2025-03-20T14:20:13.415" v="1797"/>
        <pc:sldMkLst>
          <pc:docMk/>
          <pc:sldMk cId="81325096" sldId="290"/>
        </pc:sldMkLst>
        <pc:spChg chg="mod">
          <ac:chgData name="Abdullahi Saliu" userId="44f647e9d08cd165" providerId="Windows Live" clId="Web-{5CA59BB9-91B6-44C7-A838-37C0638B7835}" dt="2025-03-20T14:20:13.415" v="1797"/>
          <ac:spMkLst>
            <pc:docMk/>
            <pc:sldMk cId="81325096" sldId="290"/>
            <ac:spMk id="2" creationId="{4E976777-44B3-AE8F-AA9F-EA1E17D1C2F9}"/>
          </ac:spMkLst>
        </pc:spChg>
        <pc:spChg chg="del">
          <ac:chgData name="Abdullahi Saliu" userId="44f647e9d08cd165" providerId="Windows Live" clId="Web-{5CA59BB9-91B6-44C7-A838-37C0638B7835}" dt="2025-03-20T14:19:38.351" v="1771"/>
          <ac:spMkLst>
            <pc:docMk/>
            <pc:sldMk cId="81325096" sldId="290"/>
            <ac:spMk id="3" creationId="{F60AC6FF-E80A-E054-D177-A8F24FCE2CE8}"/>
          </ac:spMkLst>
        </pc:spChg>
        <pc:spChg chg="add">
          <ac:chgData name="Abdullahi Saliu" userId="44f647e9d08cd165" providerId="Windows Live" clId="Web-{5CA59BB9-91B6-44C7-A838-37C0638B7835}" dt="2025-03-20T14:20:13.415" v="1797"/>
          <ac:spMkLst>
            <pc:docMk/>
            <pc:sldMk cId="81325096" sldId="290"/>
            <ac:spMk id="9" creationId="{A8384FB5-9ADC-4DDC-881B-597D56F5B15D}"/>
          </ac:spMkLst>
        </pc:spChg>
        <pc:spChg chg="add">
          <ac:chgData name="Abdullahi Saliu" userId="44f647e9d08cd165" providerId="Windows Live" clId="Web-{5CA59BB9-91B6-44C7-A838-37C0638B7835}" dt="2025-03-20T14:20:13.415" v="1797"/>
          <ac:spMkLst>
            <pc:docMk/>
            <pc:sldMk cId="81325096" sldId="290"/>
            <ac:spMk id="11" creationId="{91E5A9A7-95C6-4F4F-B00E-C82E07FE62EF}"/>
          </ac:spMkLst>
        </pc:spChg>
        <pc:spChg chg="add">
          <ac:chgData name="Abdullahi Saliu" userId="44f647e9d08cd165" providerId="Windows Live" clId="Web-{5CA59BB9-91B6-44C7-A838-37C0638B7835}" dt="2025-03-20T14:20:13.415" v="1797"/>
          <ac:spMkLst>
            <pc:docMk/>
            <pc:sldMk cId="81325096" sldId="290"/>
            <ac:spMk id="13" creationId="{D07DD2DE-F619-49DD-B5E7-03A290FF4ED1}"/>
          </ac:spMkLst>
        </pc:spChg>
        <pc:spChg chg="add">
          <ac:chgData name="Abdullahi Saliu" userId="44f647e9d08cd165" providerId="Windows Live" clId="Web-{5CA59BB9-91B6-44C7-A838-37C0638B7835}" dt="2025-03-20T14:20:13.415" v="1797"/>
          <ac:spMkLst>
            <pc:docMk/>
            <pc:sldMk cId="81325096" sldId="290"/>
            <ac:spMk id="15" creationId="{85149191-5F60-4A28-AAFF-039F96B0F3EC}"/>
          </ac:spMkLst>
        </pc:spChg>
        <pc:spChg chg="add">
          <ac:chgData name="Abdullahi Saliu" userId="44f647e9d08cd165" providerId="Windows Live" clId="Web-{5CA59BB9-91B6-44C7-A838-37C0638B7835}" dt="2025-03-20T14:20:13.415" v="1797"/>
          <ac:spMkLst>
            <pc:docMk/>
            <pc:sldMk cId="81325096" sldId="290"/>
            <ac:spMk id="17" creationId="{F8260ED5-17F7-4158-B241-D51DD4CF1B7E}"/>
          </ac:spMkLst>
        </pc:spChg>
        <pc:picChg chg="add mod ord">
          <ac:chgData name="Abdullahi Saliu" userId="44f647e9d08cd165" providerId="Windows Live" clId="Web-{5CA59BB9-91B6-44C7-A838-37C0638B7835}" dt="2025-03-20T14:20:13.415" v="1797"/>
          <ac:picMkLst>
            <pc:docMk/>
            <pc:sldMk cId="81325096" sldId="290"/>
            <ac:picMk id="4" creationId="{DF117DAF-EEFD-32B1-EEAB-386F316542C5}"/>
          </ac:picMkLst>
        </pc:picChg>
      </pc:sldChg>
      <pc:sldChg chg="addSp delSp modSp new">
        <pc:chgData name="Abdullahi Saliu" userId="44f647e9d08cd165" providerId="Windows Live" clId="Web-{5CA59BB9-91B6-44C7-A838-37C0638B7835}" dt="2025-03-20T14:21:15.386" v="1811"/>
        <pc:sldMkLst>
          <pc:docMk/>
          <pc:sldMk cId="3685676460" sldId="291"/>
        </pc:sldMkLst>
        <pc:spChg chg="mod">
          <ac:chgData name="Abdullahi Saliu" userId="44f647e9d08cd165" providerId="Windows Live" clId="Web-{5CA59BB9-91B6-44C7-A838-37C0638B7835}" dt="2025-03-20T14:21:11.651" v="1810" actId="20577"/>
          <ac:spMkLst>
            <pc:docMk/>
            <pc:sldMk cId="3685676460" sldId="291"/>
            <ac:spMk id="2" creationId="{2FCCE59E-C68B-F216-4881-A76FA483554A}"/>
          </ac:spMkLst>
        </pc:spChg>
        <pc:spChg chg="del">
          <ac:chgData name="Abdullahi Saliu" userId="44f647e9d08cd165" providerId="Windows Live" clId="Web-{5CA59BB9-91B6-44C7-A838-37C0638B7835}" dt="2025-03-20T14:21:15.386" v="1811"/>
          <ac:spMkLst>
            <pc:docMk/>
            <pc:sldMk cId="3685676460" sldId="291"/>
            <ac:spMk id="3" creationId="{75DDB19A-CAB2-768C-B8BD-68FFA538F101}"/>
          </ac:spMkLst>
        </pc:spChg>
        <pc:picChg chg="add mod ord">
          <ac:chgData name="Abdullahi Saliu" userId="44f647e9d08cd165" providerId="Windows Live" clId="Web-{5CA59BB9-91B6-44C7-A838-37C0638B7835}" dt="2025-03-20T14:21:15.386" v="1811"/>
          <ac:picMkLst>
            <pc:docMk/>
            <pc:sldMk cId="3685676460" sldId="291"/>
            <ac:picMk id="4" creationId="{375EADF2-6680-ADB9-21F7-DE10A974761A}"/>
          </ac:picMkLst>
        </pc:picChg>
      </pc:sldChg>
    </pc:docChg>
  </pc:docChgLst>
  <pc:docChgLst>
    <pc:chgData name="Abdullahi Saliu" userId="44f647e9d08cd165" providerId="Windows Live" clId="Web-{0A979320-D94B-4C32-B640-8DDD3011EA87}"/>
    <pc:docChg chg="addSld modSld sldOrd">
      <pc:chgData name="Abdullahi Saliu" userId="44f647e9d08cd165" providerId="Windows Live" clId="Web-{0A979320-D94B-4C32-B640-8DDD3011EA87}" dt="2025-03-21T13:53:31.090" v="3682" actId="20577"/>
      <pc:docMkLst>
        <pc:docMk/>
      </pc:docMkLst>
      <pc:sldChg chg="addSp modSp mod setBg">
        <pc:chgData name="Abdullahi Saliu" userId="44f647e9d08cd165" providerId="Windows Live" clId="Web-{0A979320-D94B-4C32-B640-8DDD3011EA87}" dt="2025-03-21T13:53:31.090" v="3682" actId="20577"/>
        <pc:sldMkLst>
          <pc:docMk/>
          <pc:sldMk cId="109857222" sldId="256"/>
        </pc:sldMkLst>
        <pc:spChg chg="mod">
          <ac:chgData name="Abdullahi Saliu" userId="44f647e9d08cd165" providerId="Windows Live" clId="Web-{0A979320-D94B-4C32-B640-8DDD3011EA87}" dt="2025-03-21T13:51:13.038" v="3670"/>
          <ac:spMkLst>
            <pc:docMk/>
            <pc:sldMk cId="109857222" sldId="256"/>
            <ac:spMk id="2" creationId="{00000000-0000-0000-0000-000000000000}"/>
          </ac:spMkLst>
        </pc:spChg>
        <pc:spChg chg="mod">
          <ac:chgData name="Abdullahi Saliu" userId="44f647e9d08cd165" providerId="Windows Live" clId="Web-{0A979320-D94B-4C32-B640-8DDD3011EA87}" dt="2025-03-21T13:53:31.090" v="3682" actId="20577"/>
          <ac:spMkLst>
            <pc:docMk/>
            <pc:sldMk cId="109857222" sldId="256"/>
            <ac:spMk id="3" creationId="{00000000-0000-0000-0000-000000000000}"/>
          </ac:spMkLst>
        </pc:spChg>
        <pc:spChg chg="add">
          <ac:chgData name="Abdullahi Saliu" userId="44f647e9d08cd165" providerId="Windows Live" clId="Web-{0A979320-D94B-4C32-B640-8DDD3011EA87}" dt="2025-03-21T13:51:13.038" v="3670"/>
          <ac:spMkLst>
            <pc:docMk/>
            <pc:sldMk cId="109857222" sldId="256"/>
            <ac:spMk id="8" creationId="{DEE2AD96-B495-4E06-9291-B71706F728CB}"/>
          </ac:spMkLst>
        </pc:spChg>
        <pc:spChg chg="add">
          <ac:chgData name="Abdullahi Saliu" userId="44f647e9d08cd165" providerId="Windows Live" clId="Web-{0A979320-D94B-4C32-B640-8DDD3011EA87}" dt="2025-03-21T13:51:13.038" v="3670"/>
          <ac:spMkLst>
            <pc:docMk/>
            <pc:sldMk cId="109857222" sldId="256"/>
            <ac:spMk id="10" creationId="{53CF6D67-C5A8-4ADD-9E8E-1E38CA1D3166}"/>
          </ac:spMkLst>
        </pc:spChg>
        <pc:spChg chg="add">
          <ac:chgData name="Abdullahi Saliu" userId="44f647e9d08cd165" providerId="Windows Live" clId="Web-{0A979320-D94B-4C32-B640-8DDD3011EA87}" dt="2025-03-21T13:51:13.038" v="3670"/>
          <ac:spMkLst>
            <pc:docMk/>
            <pc:sldMk cId="109857222" sldId="256"/>
            <ac:spMk id="12" creationId="{86909FA0-B515-4681-B7A8-FA281D133B94}"/>
          </ac:spMkLst>
        </pc:spChg>
        <pc:spChg chg="add">
          <ac:chgData name="Abdullahi Saliu" userId="44f647e9d08cd165" providerId="Windows Live" clId="Web-{0A979320-D94B-4C32-B640-8DDD3011EA87}" dt="2025-03-21T13:51:13.038" v="3670"/>
          <ac:spMkLst>
            <pc:docMk/>
            <pc:sldMk cId="109857222" sldId="256"/>
            <ac:spMk id="14" creationId="{21C9FE86-FCC3-4A31-AA1C-C882262B7FE7}"/>
          </ac:spMkLst>
        </pc:spChg>
        <pc:spChg chg="add">
          <ac:chgData name="Abdullahi Saliu" userId="44f647e9d08cd165" providerId="Windows Live" clId="Web-{0A979320-D94B-4C32-B640-8DDD3011EA87}" dt="2025-03-21T13:51:13.038" v="3670"/>
          <ac:spMkLst>
            <pc:docMk/>
            <pc:sldMk cId="109857222" sldId="256"/>
            <ac:spMk id="16" creationId="{7D96243B-ECED-4B71-8E06-AE9A285EAD20}"/>
          </ac:spMkLst>
        </pc:spChg>
        <pc:spChg chg="add">
          <ac:chgData name="Abdullahi Saliu" userId="44f647e9d08cd165" providerId="Windows Live" clId="Web-{0A979320-D94B-4C32-B640-8DDD3011EA87}" dt="2025-03-21T13:51:13.038" v="3670"/>
          <ac:spMkLst>
            <pc:docMk/>
            <pc:sldMk cId="109857222" sldId="256"/>
            <ac:spMk id="18" creationId="{A09989E4-EFDC-4A90-A633-E0525FB4139E}"/>
          </ac:spMkLst>
        </pc:spChg>
      </pc:sldChg>
      <pc:sldChg chg="addSp modSp mod ord setBg">
        <pc:chgData name="Abdullahi Saliu" userId="44f647e9d08cd165" providerId="Windows Live" clId="Web-{0A979320-D94B-4C32-B640-8DDD3011EA87}" dt="2025-03-21T08:55:52.789" v="279"/>
        <pc:sldMkLst>
          <pc:docMk/>
          <pc:sldMk cId="117218991" sldId="288"/>
        </pc:sldMkLst>
        <pc:spChg chg="mod">
          <ac:chgData name="Abdullahi Saliu" userId="44f647e9d08cd165" providerId="Windows Live" clId="Web-{0A979320-D94B-4C32-B640-8DDD3011EA87}" dt="2025-03-21T08:55:52.789" v="279"/>
          <ac:spMkLst>
            <pc:docMk/>
            <pc:sldMk cId="117218991" sldId="288"/>
            <ac:spMk id="2" creationId="{0F4BC021-82EC-43B3-6EA5-146239056E20}"/>
          </ac:spMkLst>
        </pc:spChg>
        <pc:spChg chg="mod">
          <ac:chgData name="Abdullahi Saliu" userId="44f647e9d08cd165" providerId="Windows Live" clId="Web-{0A979320-D94B-4C32-B640-8DDD3011EA87}" dt="2025-03-21T08:55:52.789" v="279"/>
          <ac:spMkLst>
            <pc:docMk/>
            <pc:sldMk cId="117218991" sldId="288"/>
            <ac:spMk id="3" creationId="{1ECFABEB-D30F-FBBF-A52D-BA7B55763132}"/>
          </ac:spMkLst>
        </pc:spChg>
        <pc:spChg chg="add">
          <ac:chgData name="Abdullahi Saliu" userId="44f647e9d08cd165" providerId="Windows Live" clId="Web-{0A979320-D94B-4C32-B640-8DDD3011EA87}" dt="2025-03-21T08:55:52.789" v="279"/>
          <ac:spMkLst>
            <pc:docMk/>
            <pc:sldMk cId="117218991" sldId="288"/>
            <ac:spMk id="8" creationId="{09588DA8-065E-4F6F-8EFD-43104AB2E0CF}"/>
          </ac:spMkLst>
        </pc:spChg>
        <pc:spChg chg="add">
          <ac:chgData name="Abdullahi Saliu" userId="44f647e9d08cd165" providerId="Windows Live" clId="Web-{0A979320-D94B-4C32-B640-8DDD3011EA87}" dt="2025-03-21T08:55:52.789" v="279"/>
          <ac:spMkLst>
            <pc:docMk/>
            <pc:sldMk cId="117218991" sldId="288"/>
            <ac:spMk id="10" creationId="{C4285719-470E-454C-AF62-8323075F1F5B}"/>
          </ac:spMkLst>
        </pc:spChg>
        <pc:spChg chg="add">
          <ac:chgData name="Abdullahi Saliu" userId="44f647e9d08cd165" providerId="Windows Live" clId="Web-{0A979320-D94B-4C32-B640-8DDD3011EA87}" dt="2025-03-21T08:55:52.789" v="279"/>
          <ac:spMkLst>
            <pc:docMk/>
            <pc:sldMk cId="117218991" sldId="288"/>
            <ac:spMk id="12" creationId="{CD9FE4EF-C4D8-49A0-B2FF-81D8DB7D8A24}"/>
          </ac:spMkLst>
        </pc:spChg>
        <pc:spChg chg="add">
          <ac:chgData name="Abdullahi Saliu" userId="44f647e9d08cd165" providerId="Windows Live" clId="Web-{0A979320-D94B-4C32-B640-8DDD3011EA87}" dt="2025-03-21T08:55:52.789" v="279"/>
          <ac:spMkLst>
            <pc:docMk/>
            <pc:sldMk cId="117218991" sldId="288"/>
            <ac:spMk id="14" creationId="{4300840D-0A0B-4512-BACA-B439D5B9C57C}"/>
          </ac:spMkLst>
        </pc:spChg>
        <pc:spChg chg="add">
          <ac:chgData name="Abdullahi Saliu" userId="44f647e9d08cd165" providerId="Windows Live" clId="Web-{0A979320-D94B-4C32-B640-8DDD3011EA87}" dt="2025-03-21T08:55:52.789" v="279"/>
          <ac:spMkLst>
            <pc:docMk/>
            <pc:sldMk cId="117218991" sldId="288"/>
            <ac:spMk id="16" creationId="{D2B78728-A580-49A7-84F9-6EF6F583ADE0}"/>
          </ac:spMkLst>
        </pc:spChg>
        <pc:spChg chg="add">
          <ac:chgData name="Abdullahi Saliu" userId="44f647e9d08cd165" providerId="Windows Live" clId="Web-{0A979320-D94B-4C32-B640-8DDD3011EA87}" dt="2025-03-21T08:55:52.789" v="279"/>
          <ac:spMkLst>
            <pc:docMk/>
            <pc:sldMk cId="117218991" sldId="288"/>
            <ac:spMk id="18" creationId="{38FAA1A1-D861-433F-88FA-1E9D6FD31D11}"/>
          </ac:spMkLst>
        </pc:spChg>
        <pc:spChg chg="add">
          <ac:chgData name="Abdullahi Saliu" userId="44f647e9d08cd165" providerId="Windows Live" clId="Web-{0A979320-D94B-4C32-B640-8DDD3011EA87}" dt="2025-03-21T08:55:52.789" v="279"/>
          <ac:spMkLst>
            <pc:docMk/>
            <pc:sldMk cId="117218991" sldId="288"/>
            <ac:spMk id="20" creationId="{8D71EDA1-87BF-4D5D-AB79-F346FD19278A}"/>
          </ac:spMkLst>
        </pc:spChg>
      </pc:sldChg>
      <pc:sldChg chg="addSp delSp modSp">
        <pc:chgData name="Abdullahi Saliu" userId="44f647e9d08cd165" providerId="Windows Live" clId="Web-{0A979320-D94B-4C32-B640-8DDD3011EA87}" dt="2025-03-21T08:58:42.403" v="318"/>
        <pc:sldMkLst>
          <pc:docMk/>
          <pc:sldMk cId="4238615685" sldId="289"/>
        </pc:sldMkLst>
        <pc:spChg chg="mod">
          <ac:chgData name="Abdullahi Saliu" userId="44f647e9d08cd165" providerId="Windows Live" clId="Web-{0A979320-D94B-4C32-B640-8DDD3011EA87}" dt="2025-03-21T08:58:42.403" v="318"/>
          <ac:spMkLst>
            <pc:docMk/>
            <pc:sldMk cId="4238615685" sldId="289"/>
            <ac:spMk id="2" creationId="{63760821-B228-9DBF-06B0-AE0657802A06}"/>
          </ac:spMkLst>
        </pc:spChg>
        <pc:spChg chg="del">
          <ac:chgData name="Abdullahi Saliu" userId="44f647e9d08cd165" providerId="Windows Live" clId="Web-{0A979320-D94B-4C32-B640-8DDD3011EA87}" dt="2025-03-21T08:58:42.403" v="318"/>
          <ac:spMkLst>
            <pc:docMk/>
            <pc:sldMk cId="4238615685" sldId="289"/>
            <ac:spMk id="9" creationId="{A8384FB5-9ADC-4DDC-881B-597D56F5B15D}"/>
          </ac:spMkLst>
        </pc:spChg>
        <pc:spChg chg="del">
          <ac:chgData name="Abdullahi Saliu" userId="44f647e9d08cd165" providerId="Windows Live" clId="Web-{0A979320-D94B-4C32-B640-8DDD3011EA87}" dt="2025-03-21T08:58:42.403" v="318"/>
          <ac:spMkLst>
            <pc:docMk/>
            <pc:sldMk cId="4238615685" sldId="289"/>
            <ac:spMk id="11" creationId="{91E5A9A7-95C6-4F4F-B00E-C82E07FE62EF}"/>
          </ac:spMkLst>
        </pc:spChg>
        <pc:spChg chg="del">
          <ac:chgData name="Abdullahi Saliu" userId="44f647e9d08cd165" providerId="Windows Live" clId="Web-{0A979320-D94B-4C32-B640-8DDD3011EA87}" dt="2025-03-21T08:58:42.403" v="318"/>
          <ac:spMkLst>
            <pc:docMk/>
            <pc:sldMk cId="4238615685" sldId="289"/>
            <ac:spMk id="13" creationId="{D07DD2DE-F619-49DD-B5E7-03A290FF4ED1}"/>
          </ac:spMkLst>
        </pc:spChg>
        <pc:spChg chg="del">
          <ac:chgData name="Abdullahi Saliu" userId="44f647e9d08cd165" providerId="Windows Live" clId="Web-{0A979320-D94B-4C32-B640-8DDD3011EA87}" dt="2025-03-21T08:58:42.403" v="318"/>
          <ac:spMkLst>
            <pc:docMk/>
            <pc:sldMk cId="4238615685" sldId="289"/>
            <ac:spMk id="15" creationId="{85149191-5F60-4A28-AAFF-039F96B0F3EC}"/>
          </ac:spMkLst>
        </pc:spChg>
        <pc:spChg chg="del">
          <ac:chgData name="Abdullahi Saliu" userId="44f647e9d08cd165" providerId="Windows Live" clId="Web-{0A979320-D94B-4C32-B640-8DDD3011EA87}" dt="2025-03-21T08:58:42.403" v="318"/>
          <ac:spMkLst>
            <pc:docMk/>
            <pc:sldMk cId="4238615685" sldId="289"/>
            <ac:spMk id="17" creationId="{F8260ED5-17F7-4158-B241-D51DD4CF1B7E}"/>
          </ac:spMkLst>
        </pc:spChg>
        <pc:spChg chg="add">
          <ac:chgData name="Abdullahi Saliu" userId="44f647e9d08cd165" providerId="Windows Live" clId="Web-{0A979320-D94B-4C32-B640-8DDD3011EA87}" dt="2025-03-21T08:58:42.403" v="318"/>
          <ac:spMkLst>
            <pc:docMk/>
            <pc:sldMk cId="4238615685" sldId="289"/>
            <ac:spMk id="22" creationId="{D4771268-CB57-404A-9271-370EB28F6090}"/>
          </ac:spMkLst>
        </pc:spChg>
        <pc:picChg chg="mod">
          <ac:chgData name="Abdullahi Saliu" userId="44f647e9d08cd165" providerId="Windows Live" clId="Web-{0A979320-D94B-4C32-B640-8DDD3011EA87}" dt="2025-03-21T08:58:42.403" v="318"/>
          <ac:picMkLst>
            <pc:docMk/>
            <pc:sldMk cId="4238615685" sldId="289"/>
            <ac:picMk id="4" creationId="{B71C28A2-4BE9-C943-B664-AA8E09ABE8C1}"/>
          </ac:picMkLst>
        </pc:picChg>
      </pc:sldChg>
      <pc:sldChg chg="addSp modSp mod setBg">
        <pc:chgData name="Abdullahi Saliu" userId="44f647e9d08cd165" providerId="Windows Live" clId="Web-{0A979320-D94B-4C32-B640-8DDD3011EA87}" dt="2025-03-21T09:00:35.218" v="340"/>
        <pc:sldMkLst>
          <pc:docMk/>
          <pc:sldMk cId="3685676460" sldId="291"/>
        </pc:sldMkLst>
        <pc:spChg chg="mod">
          <ac:chgData name="Abdullahi Saliu" userId="44f647e9d08cd165" providerId="Windows Live" clId="Web-{0A979320-D94B-4C32-B640-8DDD3011EA87}" dt="2025-03-21T09:00:35.218" v="340"/>
          <ac:spMkLst>
            <pc:docMk/>
            <pc:sldMk cId="3685676460" sldId="291"/>
            <ac:spMk id="2" creationId="{2FCCE59E-C68B-F216-4881-A76FA483554A}"/>
          </ac:spMkLst>
        </pc:spChg>
        <pc:spChg chg="add">
          <ac:chgData name="Abdullahi Saliu" userId="44f647e9d08cd165" providerId="Windows Live" clId="Web-{0A979320-D94B-4C32-B640-8DDD3011EA87}" dt="2025-03-21T09:00:35.218" v="340"/>
          <ac:spMkLst>
            <pc:docMk/>
            <pc:sldMk cId="3685676460" sldId="291"/>
            <ac:spMk id="9" creationId="{D4771268-CB57-404A-9271-370EB28F6090}"/>
          </ac:spMkLst>
        </pc:spChg>
        <pc:picChg chg="mod">
          <ac:chgData name="Abdullahi Saliu" userId="44f647e9d08cd165" providerId="Windows Live" clId="Web-{0A979320-D94B-4C32-B640-8DDD3011EA87}" dt="2025-03-21T09:00:35.218" v="340"/>
          <ac:picMkLst>
            <pc:docMk/>
            <pc:sldMk cId="3685676460" sldId="291"/>
            <ac:picMk id="4" creationId="{375EADF2-6680-ADB9-21F7-DE10A974761A}"/>
          </ac:picMkLst>
        </pc:picChg>
      </pc:sldChg>
      <pc:sldChg chg="addSp delSp modSp new mod setBg">
        <pc:chgData name="Abdullahi Saliu" userId="44f647e9d08cd165" providerId="Windows Live" clId="Web-{0A979320-D94B-4C32-B640-8DDD3011EA87}" dt="2025-03-21T09:03:41.504" v="394"/>
        <pc:sldMkLst>
          <pc:docMk/>
          <pc:sldMk cId="2027090839" sldId="292"/>
        </pc:sldMkLst>
        <pc:spChg chg="mod">
          <ac:chgData name="Abdullahi Saliu" userId="44f647e9d08cd165" providerId="Windows Live" clId="Web-{0A979320-D94B-4C32-B640-8DDD3011EA87}" dt="2025-03-21T09:03:41.504" v="394"/>
          <ac:spMkLst>
            <pc:docMk/>
            <pc:sldMk cId="2027090839" sldId="292"/>
            <ac:spMk id="2" creationId="{35EA44CA-8C98-18E2-5BE8-9C4F847C6411}"/>
          </ac:spMkLst>
        </pc:spChg>
        <pc:spChg chg="del">
          <ac:chgData name="Abdullahi Saliu" userId="44f647e9d08cd165" providerId="Windows Live" clId="Web-{0A979320-D94B-4C32-B640-8DDD3011EA87}" dt="2025-03-21T09:02:20.752" v="373"/>
          <ac:spMkLst>
            <pc:docMk/>
            <pc:sldMk cId="2027090839" sldId="292"/>
            <ac:spMk id="3" creationId="{4E212526-863E-BC92-F390-718A30F03FAD}"/>
          </ac:spMkLst>
        </pc:spChg>
        <pc:spChg chg="add">
          <ac:chgData name="Abdullahi Saliu" userId="44f647e9d08cd165" providerId="Windows Live" clId="Web-{0A979320-D94B-4C32-B640-8DDD3011EA87}" dt="2025-03-21T09:03:41.504" v="394"/>
          <ac:spMkLst>
            <pc:docMk/>
            <pc:sldMk cId="2027090839" sldId="292"/>
            <ac:spMk id="9" creationId="{D4771268-CB57-404A-9271-370EB28F6090}"/>
          </ac:spMkLst>
        </pc:spChg>
        <pc:picChg chg="add mod ord">
          <ac:chgData name="Abdullahi Saliu" userId="44f647e9d08cd165" providerId="Windows Live" clId="Web-{0A979320-D94B-4C32-B640-8DDD3011EA87}" dt="2025-03-21T09:03:41.504" v="394"/>
          <ac:picMkLst>
            <pc:docMk/>
            <pc:sldMk cId="2027090839" sldId="292"/>
            <ac:picMk id="4" creationId="{DB01208F-901E-1A25-00B0-6BBE811750F2}"/>
          </ac:picMkLst>
        </pc:picChg>
      </pc:sldChg>
      <pc:sldChg chg="addSp delSp modSp new mod setBg">
        <pc:chgData name="Abdullahi Saliu" userId="44f647e9d08cd165" providerId="Windows Live" clId="Web-{0A979320-D94B-4C32-B640-8DDD3011EA87}" dt="2025-03-21T09:05:13.710" v="430"/>
        <pc:sldMkLst>
          <pc:docMk/>
          <pc:sldMk cId="2221962812" sldId="293"/>
        </pc:sldMkLst>
        <pc:spChg chg="mod">
          <ac:chgData name="Abdullahi Saliu" userId="44f647e9d08cd165" providerId="Windows Live" clId="Web-{0A979320-D94B-4C32-B640-8DDD3011EA87}" dt="2025-03-21T09:05:13.710" v="430"/>
          <ac:spMkLst>
            <pc:docMk/>
            <pc:sldMk cId="2221962812" sldId="293"/>
            <ac:spMk id="2" creationId="{8A4D2725-2920-149F-C77F-7FD867A6C757}"/>
          </ac:spMkLst>
        </pc:spChg>
        <pc:spChg chg="del">
          <ac:chgData name="Abdullahi Saliu" userId="44f647e9d08cd165" providerId="Windows Live" clId="Web-{0A979320-D94B-4C32-B640-8DDD3011EA87}" dt="2025-03-21T09:05:08.303" v="429"/>
          <ac:spMkLst>
            <pc:docMk/>
            <pc:sldMk cId="2221962812" sldId="293"/>
            <ac:spMk id="3" creationId="{15F18E7E-0646-CC7B-F877-8BD11B75F411}"/>
          </ac:spMkLst>
        </pc:spChg>
        <pc:spChg chg="add">
          <ac:chgData name="Abdullahi Saliu" userId="44f647e9d08cd165" providerId="Windows Live" clId="Web-{0A979320-D94B-4C32-B640-8DDD3011EA87}" dt="2025-03-21T09:05:13.710" v="430"/>
          <ac:spMkLst>
            <pc:docMk/>
            <pc:sldMk cId="2221962812" sldId="293"/>
            <ac:spMk id="9" creationId="{D4771268-CB57-404A-9271-370EB28F6090}"/>
          </ac:spMkLst>
        </pc:spChg>
        <pc:picChg chg="add mod ord">
          <ac:chgData name="Abdullahi Saliu" userId="44f647e9d08cd165" providerId="Windows Live" clId="Web-{0A979320-D94B-4C32-B640-8DDD3011EA87}" dt="2025-03-21T09:05:13.710" v="430"/>
          <ac:picMkLst>
            <pc:docMk/>
            <pc:sldMk cId="2221962812" sldId="293"/>
            <ac:picMk id="4" creationId="{3A8B71AD-37F7-2295-4FE8-DA24410D63B6}"/>
          </ac:picMkLst>
        </pc:picChg>
      </pc:sldChg>
      <pc:sldChg chg="addSp delSp modSp new mod setBg">
        <pc:chgData name="Abdullahi Saliu" userId="44f647e9d08cd165" providerId="Windows Live" clId="Web-{0A979320-D94B-4C32-B640-8DDD3011EA87}" dt="2025-03-21T09:07:05.416" v="454"/>
        <pc:sldMkLst>
          <pc:docMk/>
          <pc:sldMk cId="3651236406" sldId="294"/>
        </pc:sldMkLst>
        <pc:spChg chg="mod">
          <ac:chgData name="Abdullahi Saliu" userId="44f647e9d08cd165" providerId="Windows Live" clId="Web-{0A979320-D94B-4C32-B640-8DDD3011EA87}" dt="2025-03-21T09:07:05.416" v="454"/>
          <ac:spMkLst>
            <pc:docMk/>
            <pc:sldMk cId="3651236406" sldId="294"/>
            <ac:spMk id="2" creationId="{57675E86-1592-B527-34FB-36BE561D521A}"/>
          </ac:spMkLst>
        </pc:spChg>
        <pc:spChg chg="del">
          <ac:chgData name="Abdullahi Saliu" userId="44f647e9d08cd165" providerId="Windows Live" clId="Web-{0A979320-D94B-4C32-B640-8DDD3011EA87}" dt="2025-03-21T09:06:58.869" v="453"/>
          <ac:spMkLst>
            <pc:docMk/>
            <pc:sldMk cId="3651236406" sldId="294"/>
            <ac:spMk id="3" creationId="{025A16A3-073A-E44E-7660-1F63F9D9FAD8}"/>
          </ac:spMkLst>
        </pc:spChg>
        <pc:spChg chg="add">
          <ac:chgData name="Abdullahi Saliu" userId="44f647e9d08cd165" providerId="Windows Live" clId="Web-{0A979320-D94B-4C32-B640-8DDD3011EA87}" dt="2025-03-21T09:07:05.416" v="454"/>
          <ac:spMkLst>
            <pc:docMk/>
            <pc:sldMk cId="3651236406" sldId="294"/>
            <ac:spMk id="9" creationId="{D4771268-CB57-404A-9271-370EB28F6090}"/>
          </ac:spMkLst>
        </pc:spChg>
        <pc:picChg chg="add mod ord">
          <ac:chgData name="Abdullahi Saliu" userId="44f647e9d08cd165" providerId="Windows Live" clId="Web-{0A979320-D94B-4C32-B640-8DDD3011EA87}" dt="2025-03-21T09:07:05.416" v="454"/>
          <ac:picMkLst>
            <pc:docMk/>
            <pc:sldMk cId="3651236406" sldId="294"/>
            <ac:picMk id="4" creationId="{9F39DD64-A70F-C709-004C-2B5E8A17992F}"/>
          </ac:picMkLst>
        </pc:picChg>
      </pc:sldChg>
      <pc:sldChg chg="addSp delSp modSp new mod setBg">
        <pc:chgData name="Abdullahi Saliu" userId="44f647e9d08cd165" providerId="Windows Live" clId="Web-{0A979320-D94B-4C32-B640-8DDD3011EA87}" dt="2025-03-21T09:11:13.828" v="502"/>
        <pc:sldMkLst>
          <pc:docMk/>
          <pc:sldMk cId="363268612" sldId="295"/>
        </pc:sldMkLst>
        <pc:spChg chg="mod">
          <ac:chgData name="Abdullahi Saliu" userId="44f647e9d08cd165" providerId="Windows Live" clId="Web-{0A979320-D94B-4C32-B640-8DDD3011EA87}" dt="2025-03-21T09:11:13.828" v="502"/>
          <ac:spMkLst>
            <pc:docMk/>
            <pc:sldMk cId="363268612" sldId="295"/>
            <ac:spMk id="2" creationId="{E6E6F951-BD19-3ECC-1E93-3BED7B2EB8FB}"/>
          </ac:spMkLst>
        </pc:spChg>
        <pc:spChg chg="del">
          <ac:chgData name="Abdullahi Saliu" userId="44f647e9d08cd165" providerId="Windows Live" clId="Web-{0A979320-D94B-4C32-B640-8DDD3011EA87}" dt="2025-03-21T09:10:55.828" v="501"/>
          <ac:spMkLst>
            <pc:docMk/>
            <pc:sldMk cId="363268612" sldId="295"/>
            <ac:spMk id="3" creationId="{3C6B4534-FFCB-6C5E-7946-645779E28EA3}"/>
          </ac:spMkLst>
        </pc:spChg>
        <pc:spChg chg="add">
          <ac:chgData name="Abdullahi Saliu" userId="44f647e9d08cd165" providerId="Windows Live" clId="Web-{0A979320-D94B-4C32-B640-8DDD3011EA87}" dt="2025-03-21T09:11:13.828" v="502"/>
          <ac:spMkLst>
            <pc:docMk/>
            <pc:sldMk cId="363268612" sldId="295"/>
            <ac:spMk id="9" creationId="{D4771268-CB57-404A-9271-370EB28F6090}"/>
          </ac:spMkLst>
        </pc:spChg>
        <pc:picChg chg="add mod ord">
          <ac:chgData name="Abdullahi Saliu" userId="44f647e9d08cd165" providerId="Windows Live" clId="Web-{0A979320-D94B-4C32-B640-8DDD3011EA87}" dt="2025-03-21T09:11:13.828" v="502"/>
          <ac:picMkLst>
            <pc:docMk/>
            <pc:sldMk cId="363268612" sldId="295"/>
            <ac:picMk id="4" creationId="{F7CEB830-9D98-ACCC-A583-503F9459FF01}"/>
          </ac:picMkLst>
        </pc:picChg>
      </pc:sldChg>
      <pc:sldChg chg="addSp delSp modSp new mod setBg">
        <pc:chgData name="Abdullahi Saliu" userId="44f647e9d08cd165" providerId="Windows Live" clId="Web-{0A979320-D94B-4C32-B640-8DDD3011EA87}" dt="2025-03-21T09:12:41.049" v="548"/>
        <pc:sldMkLst>
          <pc:docMk/>
          <pc:sldMk cId="3281769134" sldId="296"/>
        </pc:sldMkLst>
        <pc:spChg chg="mod">
          <ac:chgData name="Abdullahi Saliu" userId="44f647e9d08cd165" providerId="Windows Live" clId="Web-{0A979320-D94B-4C32-B640-8DDD3011EA87}" dt="2025-03-21T09:12:41.049" v="548"/>
          <ac:spMkLst>
            <pc:docMk/>
            <pc:sldMk cId="3281769134" sldId="296"/>
            <ac:spMk id="2" creationId="{85F3F83B-872D-144B-3E5A-04C898F1B998}"/>
          </ac:spMkLst>
        </pc:spChg>
        <pc:spChg chg="del">
          <ac:chgData name="Abdullahi Saliu" userId="44f647e9d08cd165" providerId="Windows Live" clId="Web-{0A979320-D94B-4C32-B640-8DDD3011EA87}" dt="2025-03-21T09:12:33.799" v="547"/>
          <ac:spMkLst>
            <pc:docMk/>
            <pc:sldMk cId="3281769134" sldId="296"/>
            <ac:spMk id="3" creationId="{1C7C06E6-4813-496C-59D1-B55D8BDD8777}"/>
          </ac:spMkLst>
        </pc:spChg>
        <pc:spChg chg="add">
          <ac:chgData name="Abdullahi Saliu" userId="44f647e9d08cd165" providerId="Windows Live" clId="Web-{0A979320-D94B-4C32-B640-8DDD3011EA87}" dt="2025-03-21T09:12:41.049" v="548"/>
          <ac:spMkLst>
            <pc:docMk/>
            <pc:sldMk cId="3281769134" sldId="296"/>
            <ac:spMk id="9" creationId="{D4771268-CB57-404A-9271-370EB28F6090}"/>
          </ac:spMkLst>
        </pc:spChg>
        <pc:picChg chg="add mod ord">
          <ac:chgData name="Abdullahi Saliu" userId="44f647e9d08cd165" providerId="Windows Live" clId="Web-{0A979320-D94B-4C32-B640-8DDD3011EA87}" dt="2025-03-21T09:12:41.049" v="548"/>
          <ac:picMkLst>
            <pc:docMk/>
            <pc:sldMk cId="3281769134" sldId="296"/>
            <ac:picMk id="4" creationId="{F35D58CF-FA62-ACB9-8CB5-B6096125AD21}"/>
          </ac:picMkLst>
        </pc:picChg>
      </pc:sldChg>
      <pc:sldChg chg="addSp delSp modSp new mod setBg">
        <pc:chgData name="Abdullahi Saliu" userId="44f647e9d08cd165" providerId="Windows Live" clId="Web-{0A979320-D94B-4C32-B640-8DDD3011EA87}" dt="2025-03-21T09:54:45.208" v="967"/>
        <pc:sldMkLst>
          <pc:docMk/>
          <pc:sldMk cId="2953433273" sldId="297"/>
        </pc:sldMkLst>
        <pc:spChg chg="mod">
          <ac:chgData name="Abdullahi Saliu" userId="44f647e9d08cd165" providerId="Windows Live" clId="Web-{0A979320-D94B-4C32-B640-8DDD3011EA87}" dt="2025-03-21T09:54:45.208" v="967"/>
          <ac:spMkLst>
            <pc:docMk/>
            <pc:sldMk cId="2953433273" sldId="297"/>
            <ac:spMk id="2" creationId="{8E46FB99-BD84-9B65-2C89-9BFE459859E7}"/>
          </ac:spMkLst>
        </pc:spChg>
        <pc:spChg chg="mod">
          <ac:chgData name="Abdullahi Saliu" userId="44f647e9d08cd165" providerId="Windows Live" clId="Web-{0A979320-D94B-4C32-B640-8DDD3011EA87}" dt="2025-03-21T09:54:45.208" v="967"/>
          <ac:spMkLst>
            <pc:docMk/>
            <pc:sldMk cId="2953433273" sldId="297"/>
            <ac:spMk id="3" creationId="{4EBEBCA8-032F-AB83-C081-D2100838E00A}"/>
          </ac:spMkLst>
        </pc:spChg>
        <pc:spChg chg="add del">
          <ac:chgData name="Abdullahi Saliu" userId="44f647e9d08cd165" providerId="Windows Live" clId="Web-{0A979320-D94B-4C32-B640-8DDD3011EA87}" dt="2025-03-21T09:54:45.192" v="966"/>
          <ac:spMkLst>
            <pc:docMk/>
            <pc:sldMk cId="2953433273" sldId="297"/>
            <ac:spMk id="9" creationId="{C4285719-470E-454C-AF62-8323075F1F5B}"/>
          </ac:spMkLst>
        </pc:spChg>
        <pc:spChg chg="add del">
          <ac:chgData name="Abdullahi Saliu" userId="44f647e9d08cd165" providerId="Windows Live" clId="Web-{0A979320-D94B-4C32-B640-8DDD3011EA87}" dt="2025-03-21T09:54:45.192" v="966"/>
          <ac:spMkLst>
            <pc:docMk/>
            <pc:sldMk cId="2953433273" sldId="297"/>
            <ac:spMk id="11" creationId="{CD9FE4EF-C4D8-49A0-B2FF-81D8DB7D8A24}"/>
          </ac:spMkLst>
        </pc:spChg>
        <pc:spChg chg="add del">
          <ac:chgData name="Abdullahi Saliu" userId="44f647e9d08cd165" providerId="Windows Live" clId="Web-{0A979320-D94B-4C32-B640-8DDD3011EA87}" dt="2025-03-21T09:54:45.192" v="966"/>
          <ac:spMkLst>
            <pc:docMk/>
            <pc:sldMk cId="2953433273" sldId="297"/>
            <ac:spMk id="13" creationId="{4300840D-0A0B-4512-BACA-B439D5B9C57C}"/>
          </ac:spMkLst>
        </pc:spChg>
        <pc:spChg chg="add del">
          <ac:chgData name="Abdullahi Saliu" userId="44f647e9d08cd165" providerId="Windows Live" clId="Web-{0A979320-D94B-4C32-B640-8DDD3011EA87}" dt="2025-03-21T09:54:45.192" v="966"/>
          <ac:spMkLst>
            <pc:docMk/>
            <pc:sldMk cId="2953433273" sldId="297"/>
            <ac:spMk id="15" creationId="{D2B78728-A580-49A7-84F9-6EF6F583ADE0}"/>
          </ac:spMkLst>
        </pc:spChg>
        <pc:spChg chg="add del">
          <ac:chgData name="Abdullahi Saliu" userId="44f647e9d08cd165" providerId="Windows Live" clId="Web-{0A979320-D94B-4C32-B640-8DDD3011EA87}" dt="2025-03-21T09:54:45.192" v="966"/>
          <ac:spMkLst>
            <pc:docMk/>
            <pc:sldMk cId="2953433273" sldId="297"/>
            <ac:spMk id="17" creationId="{38FAA1A1-D861-433F-88FA-1E9D6FD31D11}"/>
          </ac:spMkLst>
        </pc:spChg>
        <pc:spChg chg="add del">
          <ac:chgData name="Abdullahi Saliu" userId="44f647e9d08cd165" providerId="Windows Live" clId="Web-{0A979320-D94B-4C32-B640-8DDD3011EA87}" dt="2025-03-21T09:54:45.192" v="966"/>
          <ac:spMkLst>
            <pc:docMk/>
            <pc:sldMk cId="2953433273" sldId="297"/>
            <ac:spMk id="19" creationId="{8D71EDA1-87BF-4D5D-AB79-F346FD19278A}"/>
          </ac:spMkLst>
        </pc:spChg>
        <pc:spChg chg="add">
          <ac:chgData name="Abdullahi Saliu" userId="44f647e9d08cd165" providerId="Windows Live" clId="Web-{0A979320-D94B-4C32-B640-8DDD3011EA87}" dt="2025-03-21T09:54:45.208" v="967"/>
          <ac:spMkLst>
            <pc:docMk/>
            <pc:sldMk cId="2953433273" sldId="297"/>
            <ac:spMk id="21" creationId="{0288C6B4-AFC3-407F-A595-EFFD38D4CCAF}"/>
          </ac:spMkLst>
        </pc:spChg>
        <pc:spChg chg="add">
          <ac:chgData name="Abdullahi Saliu" userId="44f647e9d08cd165" providerId="Windows Live" clId="Web-{0A979320-D94B-4C32-B640-8DDD3011EA87}" dt="2025-03-21T09:54:45.208" v="967"/>
          <ac:spMkLst>
            <pc:docMk/>
            <pc:sldMk cId="2953433273" sldId="297"/>
            <ac:spMk id="22" creationId="{CF236821-17FE-429B-8D2C-08E13A64EA40}"/>
          </ac:spMkLst>
        </pc:spChg>
        <pc:spChg chg="add">
          <ac:chgData name="Abdullahi Saliu" userId="44f647e9d08cd165" providerId="Windows Live" clId="Web-{0A979320-D94B-4C32-B640-8DDD3011EA87}" dt="2025-03-21T09:54:45.208" v="967"/>
          <ac:spMkLst>
            <pc:docMk/>
            <pc:sldMk cId="2953433273" sldId="297"/>
            <ac:spMk id="23" creationId="{C0BDBCD2-E081-43AB-9119-C55465E59757}"/>
          </ac:spMkLst>
        </pc:spChg>
        <pc:spChg chg="add">
          <ac:chgData name="Abdullahi Saliu" userId="44f647e9d08cd165" providerId="Windows Live" clId="Web-{0A979320-D94B-4C32-B640-8DDD3011EA87}" dt="2025-03-21T09:54:45.208" v="967"/>
          <ac:spMkLst>
            <pc:docMk/>
            <pc:sldMk cId="2953433273" sldId="297"/>
            <ac:spMk id="24" creationId="{98E79BE4-34FE-485A-98A5-92CE8F7C4743}"/>
          </ac:spMkLst>
        </pc:spChg>
        <pc:spChg chg="add">
          <ac:chgData name="Abdullahi Saliu" userId="44f647e9d08cd165" providerId="Windows Live" clId="Web-{0A979320-D94B-4C32-B640-8DDD3011EA87}" dt="2025-03-21T09:54:45.208" v="967"/>
          <ac:spMkLst>
            <pc:docMk/>
            <pc:sldMk cId="2953433273" sldId="297"/>
            <ac:spMk id="25" creationId="{7A5F0580-5EE9-419F-96EE-B6529EF6E7D0}"/>
          </ac:spMkLst>
        </pc:spChg>
        <pc:picChg chg="add mod">
          <ac:chgData name="Abdullahi Saliu" userId="44f647e9d08cd165" providerId="Windows Live" clId="Web-{0A979320-D94B-4C32-B640-8DDD3011EA87}" dt="2025-03-21T09:54:45.208" v="967"/>
          <ac:picMkLst>
            <pc:docMk/>
            <pc:sldMk cId="2953433273" sldId="297"/>
            <ac:picMk id="4" creationId="{9325C618-7B1C-EB25-19F2-B2BD8B387424}"/>
          </ac:picMkLst>
        </pc:picChg>
      </pc:sldChg>
      <pc:sldChg chg="addSp delSp modSp new mod setBg">
        <pc:chgData name="Abdullahi Saliu" userId="44f647e9d08cd165" providerId="Windows Live" clId="Web-{0A979320-D94B-4C32-B640-8DDD3011EA87}" dt="2025-03-21T09:32:46.096" v="754"/>
        <pc:sldMkLst>
          <pc:docMk/>
          <pc:sldMk cId="2032365726" sldId="298"/>
        </pc:sldMkLst>
        <pc:spChg chg="mod">
          <ac:chgData name="Abdullahi Saliu" userId="44f647e9d08cd165" providerId="Windows Live" clId="Web-{0A979320-D94B-4C32-B640-8DDD3011EA87}" dt="2025-03-21T09:32:46.096" v="754"/>
          <ac:spMkLst>
            <pc:docMk/>
            <pc:sldMk cId="2032365726" sldId="298"/>
            <ac:spMk id="2" creationId="{355D8517-86A0-5396-D573-0F340DD31892}"/>
          </ac:spMkLst>
        </pc:spChg>
        <pc:spChg chg="del">
          <ac:chgData name="Abdullahi Saliu" userId="44f647e9d08cd165" providerId="Windows Live" clId="Web-{0A979320-D94B-4C32-B640-8DDD3011EA87}" dt="2025-03-21T09:28:01.323" v="741"/>
          <ac:spMkLst>
            <pc:docMk/>
            <pc:sldMk cId="2032365726" sldId="298"/>
            <ac:spMk id="3" creationId="{2F00C6AE-DA31-28F8-571C-439FB238540C}"/>
          </ac:spMkLst>
        </pc:spChg>
        <pc:spChg chg="add del">
          <ac:chgData name="Abdullahi Saliu" userId="44f647e9d08cd165" providerId="Windows Live" clId="Web-{0A979320-D94B-4C32-B640-8DDD3011EA87}" dt="2025-03-21T09:30:58.140" v="749"/>
          <ac:spMkLst>
            <pc:docMk/>
            <pc:sldMk cId="2032365726" sldId="298"/>
            <ac:spMk id="9" creationId="{A8384FB5-9ADC-4DDC-881B-597D56F5B15D}"/>
          </ac:spMkLst>
        </pc:spChg>
        <pc:spChg chg="add del">
          <ac:chgData name="Abdullahi Saliu" userId="44f647e9d08cd165" providerId="Windows Live" clId="Web-{0A979320-D94B-4C32-B640-8DDD3011EA87}" dt="2025-03-21T09:30:58.140" v="749"/>
          <ac:spMkLst>
            <pc:docMk/>
            <pc:sldMk cId="2032365726" sldId="298"/>
            <ac:spMk id="11" creationId="{91E5A9A7-95C6-4F4F-B00E-C82E07FE62EF}"/>
          </ac:spMkLst>
        </pc:spChg>
        <pc:spChg chg="add del">
          <ac:chgData name="Abdullahi Saliu" userId="44f647e9d08cd165" providerId="Windows Live" clId="Web-{0A979320-D94B-4C32-B640-8DDD3011EA87}" dt="2025-03-21T09:30:58.140" v="749"/>
          <ac:spMkLst>
            <pc:docMk/>
            <pc:sldMk cId="2032365726" sldId="298"/>
            <ac:spMk id="13" creationId="{D07DD2DE-F619-49DD-B5E7-03A290FF4ED1}"/>
          </ac:spMkLst>
        </pc:spChg>
        <pc:spChg chg="add del">
          <ac:chgData name="Abdullahi Saliu" userId="44f647e9d08cd165" providerId="Windows Live" clId="Web-{0A979320-D94B-4C32-B640-8DDD3011EA87}" dt="2025-03-21T09:30:58.140" v="749"/>
          <ac:spMkLst>
            <pc:docMk/>
            <pc:sldMk cId="2032365726" sldId="298"/>
            <ac:spMk id="15" creationId="{85149191-5F60-4A28-AAFF-039F96B0F3EC}"/>
          </ac:spMkLst>
        </pc:spChg>
        <pc:spChg chg="add del">
          <ac:chgData name="Abdullahi Saliu" userId="44f647e9d08cd165" providerId="Windows Live" clId="Web-{0A979320-D94B-4C32-B640-8DDD3011EA87}" dt="2025-03-21T09:30:58.140" v="749"/>
          <ac:spMkLst>
            <pc:docMk/>
            <pc:sldMk cId="2032365726" sldId="298"/>
            <ac:spMk id="17" creationId="{F8260ED5-17F7-4158-B241-D51DD4CF1B7E}"/>
          </ac:spMkLst>
        </pc:spChg>
        <pc:spChg chg="add del">
          <ac:chgData name="Abdullahi Saliu" userId="44f647e9d08cd165" providerId="Windows Live" clId="Web-{0A979320-D94B-4C32-B640-8DDD3011EA87}" dt="2025-03-21T09:32:46.096" v="754"/>
          <ac:spMkLst>
            <pc:docMk/>
            <pc:sldMk cId="2032365726" sldId="298"/>
            <ac:spMk id="22" creationId="{2151139A-886F-4B97-8815-729AD3831BBD}"/>
          </ac:spMkLst>
        </pc:spChg>
        <pc:spChg chg="add del">
          <ac:chgData name="Abdullahi Saliu" userId="44f647e9d08cd165" providerId="Windows Live" clId="Web-{0A979320-D94B-4C32-B640-8DDD3011EA87}" dt="2025-03-21T09:32:46.096" v="754"/>
          <ac:spMkLst>
            <pc:docMk/>
            <pc:sldMk cId="2032365726" sldId="298"/>
            <ac:spMk id="24" creationId="{AB5E08C4-8CDD-4623-A5B8-E998C6DEE3B7}"/>
          </ac:spMkLst>
        </pc:spChg>
        <pc:spChg chg="add del">
          <ac:chgData name="Abdullahi Saliu" userId="44f647e9d08cd165" providerId="Windows Live" clId="Web-{0A979320-D94B-4C32-B640-8DDD3011EA87}" dt="2025-03-21T09:32:46.096" v="754"/>
          <ac:spMkLst>
            <pc:docMk/>
            <pc:sldMk cId="2032365726" sldId="298"/>
            <ac:spMk id="26" creationId="{15F33878-D502-4FFA-8ACE-F2AECDB2A23F}"/>
          </ac:spMkLst>
        </pc:spChg>
        <pc:spChg chg="add del">
          <ac:chgData name="Abdullahi Saliu" userId="44f647e9d08cd165" providerId="Windows Live" clId="Web-{0A979320-D94B-4C32-B640-8DDD3011EA87}" dt="2025-03-21T09:32:46.096" v="754"/>
          <ac:spMkLst>
            <pc:docMk/>
            <pc:sldMk cId="2032365726" sldId="298"/>
            <ac:spMk id="28" creationId="{D3539FEE-81D3-4406-802E-60B20B16F4F6}"/>
          </ac:spMkLst>
        </pc:spChg>
        <pc:spChg chg="add del">
          <ac:chgData name="Abdullahi Saliu" userId="44f647e9d08cd165" providerId="Windows Live" clId="Web-{0A979320-D94B-4C32-B640-8DDD3011EA87}" dt="2025-03-21T09:32:46.096" v="754"/>
          <ac:spMkLst>
            <pc:docMk/>
            <pc:sldMk cId="2032365726" sldId="298"/>
            <ac:spMk id="30" creationId="{DC701763-729E-462F-A5A8-E0DEFEB1E2E4}"/>
          </ac:spMkLst>
        </pc:spChg>
        <pc:spChg chg="add">
          <ac:chgData name="Abdullahi Saliu" userId="44f647e9d08cd165" providerId="Windows Live" clId="Web-{0A979320-D94B-4C32-B640-8DDD3011EA87}" dt="2025-03-21T09:32:46.096" v="754"/>
          <ac:spMkLst>
            <pc:docMk/>
            <pc:sldMk cId="2032365726" sldId="298"/>
            <ac:spMk id="35" creationId="{9CB95732-565A-4D2C-A3AB-CC460C0D3826}"/>
          </ac:spMkLst>
        </pc:spChg>
        <pc:spChg chg="add">
          <ac:chgData name="Abdullahi Saliu" userId="44f647e9d08cd165" providerId="Windows Live" clId="Web-{0A979320-D94B-4C32-B640-8DDD3011EA87}" dt="2025-03-21T09:32:46.096" v="754"/>
          <ac:spMkLst>
            <pc:docMk/>
            <pc:sldMk cId="2032365726" sldId="298"/>
            <ac:spMk id="37" creationId="{E19B653C-798C-4333-8452-3DF3AE3C1D11}"/>
          </ac:spMkLst>
        </pc:spChg>
        <pc:spChg chg="add">
          <ac:chgData name="Abdullahi Saliu" userId="44f647e9d08cd165" providerId="Windows Live" clId="Web-{0A979320-D94B-4C32-B640-8DDD3011EA87}" dt="2025-03-21T09:32:46.096" v="754"/>
          <ac:spMkLst>
            <pc:docMk/>
            <pc:sldMk cId="2032365726" sldId="298"/>
            <ac:spMk id="39" creationId="{0FE50278-E2EC-42B2-A1F1-921DD39901C4}"/>
          </ac:spMkLst>
        </pc:spChg>
        <pc:spChg chg="add">
          <ac:chgData name="Abdullahi Saliu" userId="44f647e9d08cd165" providerId="Windows Live" clId="Web-{0A979320-D94B-4C32-B640-8DDD3011EA87}" dt="2025-03-21T09:32:46.096" v="754"/>
          <ac:spMkLst>
            <pc:docMk/>
            <pc:sldMk cId="2032365726" sldId="298"/>
            <ac:spMk id="41" creationId="{1236153F-0DB4-40DD-87C6-B40C1B7E282C}"/>
          </ac:spMkLst>
        </pc:spChg>
        <pc:picChg chg="add mod ord">
          <ac:chgData name="Abdullahi Saliu" userId="44f647e9d08cd165" providerId="Windows Live" clId="Web-{0A979320-D94B-4C32-B640-8DDD3011EA87}" dt="2025-03-21T09:31:21.922" v="752" actId="1076"/>
          <ac:picMkLst>
            <pc:docMk/>
            <pc:sldMk cId="2032365726" sldId="298"/>
            <ac:picMk id="4" creationId="{0B698ADD-FD37-12A5-D8E2-A45AEA6D70D8}"/>
          </ac:picMkLst>
        </pc:picChg>
        <pc:picChg chg="add mod">
          <ac:chgData name="Abdullahi Saliu" userId="44f647e9d08cd165" providerId="Windows Live" clId="Web-{0A979320-D94B-4C32-B640-8DDD3011EA87}" dt="2025-03-21T09:31:17.937" v="751" actId="1076"/>
          <ac:picMkLst>
            <pc:docMk/>
            <pc:sldMk cId="2032365726" sldId="298"/>
            <ac:picMk id="5" creationId="{4D36CE15-4A71-F30E-1FB5-04DD896795C1}"/>
          </ac:picMkLst>
        </pc:picChg>
        <pc:picChg chg="add mod">
          <ac:chgData name="Abdullahi Saliu" userId="44f647e9d08cd165" providerId="Windows Live" clId="Web-{0A979320-D94B-4C32-B640-8DDD3011EA87}" dt="2025-03-21T09:32:23.345" v="753"/>
          <ac:picMkLst>
            <pc:docMk/>
            <pc:sldMk cId="2032365726" sldId="298"/>
            <ac:picMk id="6" creationId="{2D0D5C87-7123-5408-1086-65F0AC2995C4}"/>
          </ac:picMkLst>
        </pc:picChg>
      </pc:sldChg>
      <pc:sldChg chg="addSp modSp new mod setBg">
        <pc:chgData name="Abdullahi Saliu" userId="44f647e9d08cd165" providerId="Windows Live" clId="Web-{0A979320-D94B-4C32-B640-8DDD3011EA87}" dt="2025-03-21T09:40:08.810" v="803" actId="20577"/>
        <pc:sldMkLst>
          <pc:docMk/>
          <pc:sldMk cId="4131861684" sldId="299"/>
        </pc:sldMkLst>
        <pc:spChg chg="mod">
          <ac:chgData name="Abdullahi Saliu" userId="44f647e9d08cd165" providerId="Windows Live" clId="Web-{0A979320-D94B-4C32-B640-8DDD3011EA87}" dt="2025-03-21T09:39:04.777" v="799"/>
          <ac:spMkLst>
            <pc:docMk/>
            <pc:sldMk cId="4131861684" sldId="299"/>
            <ac:spMk id="2" creationId="{4B9C856F-700E-D2A8-91C8-088368E208DB}"/>
          </ac:spMkLst>
        </pc:spChg>
        <pc:spChg chg="mod">
          <ac:chgData name="Abdullahi Saliu" userId="44f647e9d08cd165" providerId="Windows Live" clId="Web-{0A979320-D94B-4C32-B640-8DDD3011EA87}" dt="2025-03-21T09:40:08.810" v="803" actId="20577"/>
          <ac:spMkLst>
            <pc:docMk/>
            <pc:sldMk cId="4131861684" sldId="299"/>
            <ac:spMk id="3" creationId="{91A7D596-E493-0CEF-0D58-5D45300F9A01}"/>
          </ac:spMkLst>
        </pc:spChg>
        <pc:spChg chg="add">
          <ac:chgData name="Abdullahi Saliu" userId="44f647e9d08cd165" providerId="Windows Live" clId="Web-{0A979320-D94B-4C32-B640-8DDD3011EA87}" dt="2025-03-21T09:39:04.777" v="799"/>
          <ac:spMkLst>
            <pc:docMk/>
            <pc:sldMk cId="4131861684" sldId="299"/>
            <ac:spMk id="9" creationId="{C4285719-470E-454C-AF62-8323075F1F5B}"/>
          </ac:spMkLst>
        </pc:spChg>
        <pc:spChg chg="add">
          <ac:chgData name="Abdullahi Saliu" userId="44f647e9d08cd165" providerId="Windows Live" clId="Web-{0A979320-D94B-4C32-B640-8DDD3011EA87}" dt="2025-03-21T09:39:04.777" v="799"/>
          <ac:spMkLst>
            <pc:docMk/>
            <pc:sldMk cId="4131861684" sldId="299"/>
            <ac:spMk id="11" creationId="{CD9FE4EF-C4D8-49A0-B2FF-81D8DB7D8A24}"/>
          </ac:spMkLst>
        </pc:spChg>
        <pc:spChg chg="add">
          <ac:chgData name="Abdullahi Saliu" userId="44f647e9d08cd165" providerId="Windows Live" clId="Web-{0A979320-D94B-4C32-B640-8DDD3011EA87}" dt="2025-03-21T09:39:04.777" v="799"/>
          <ac:spMkLst>
            <pc:docMk/>
            <pc:sldMk cId="4131861684" sldId="299"/>
            <ac:spMk id="13" creationId="{4300840D-0A0B-4512-BACA-B439D5B9C57C}"/>
          </ac:spMkLst>
        </pc:spChg>
        <pc:spChg chg="add">
          <ac:chgData name="Abdullahi Saliu" userId="44f647e9d08cd165" providerId="Windows Live" clId="Web-{0A979320-D94B-4C32-B640-8DDD3011EA87}" dt="2025-03-21T09:39:04.777" v="799"/>
          <ac:spMkLst>
            <pc:docMk/>
            <pc:sldMk cId="4131861684" sldId="299"/>
            <ac:spMk id="15" creationId="{D2B78728-A580-49A7-84F9-6EF6F583ADE0}"/>
          </ac:spMkLst>
        </pc:spChg>
        <pc:spChg chg="add">
          <ac:chgData name="Abdullahi Saliu" userId="44f647e9d08cd165" providerId="Windows Live" clId="Web-{0A979320-D94B-4C32-B640-8DDD3011EA87}" dt="2025-03-21T09:39:04.777" v="799"/>
          <ac:spMkLst>
            <pc:docMk/>
            <pc:sldMk cId="4131861684" sldId="299"/>
            <ac:spMk id="17" creationId="{38FAA1A1-D861-433F-88FA-1E9D6FD31D11}"/>
          </ac:spMkLst>
        </pc:spChg>
        <pc:spChg chg="add">
          <ac:chgData name="Abdullahi Saliu" userId="44f647e9d08cd165" providerId="Windows Live" clId="Web-{0A979320-D94B-4C32-B640-8DDD3011EA87}" dt="2025-03-21T09:39:04.777" v="799"/>
          <ac:spMkLst>
            <pc:docMk/>
            <pc:sldMk cId="4131861684" sldId="299"/>
            <ac:spMk id="19" creationId="{8D71EDA1-87BF-4D5D-AB79-F346FD19278A}"/>
          </ac:spMkLst>
        </pc:spChg>
        <pc:picChg chg="add mod">
          <ac:chgData name="Abdullahi Saliu" userId="44f647e9d08cd165" providerId="Windows Live" clId="Web-{0A979320-D94B-4C32-B640-8DDD3011EA87}" dt="2025-03-21T09:39:04.777" v="799"/>
          <ac:picMkLst>
            <pc:docMk/>
            <pc:sldMk cId="4131861684" sldId="299"/>
            <ac:picMk id="4" creationId="{09E436B5-5F26-2175-C8AC-89C5A5088578}"/>
          </ac:picMkLst>
        </pc:picChg>
      </pc:sldChg>
      <pc:sldChg chg="addSp delSp modSp new mod setBg">
        <pc:chgData name="Abdullahi Saliu" userId="44f647e9d08cd165" providerId="Windows Live" clId="Web-{0A979320-D94B-4C32-B640-8DDD3011EA87}" dt="2025-03-21T10:02:31.673" v="1027"/>
        <pc:sldMkLst>
          <pc:docMk/>
          <pc:sldMk cId="3753566636" sldId="300"/>
        </pc:sldMkLst>
        <pc:spChg chg="mod">
          <ac:chgData name="Abdullahi Saliu" userId="44f647e9d08cd165" providerId="Windows Live" clId="Web-{0A979320-D94B-4C32-B640-8DDD3011EA87}" dt="2025-03-21T10:02:31.673" v="1027"/>
          <ac:spMkLst>
            <pc:docMk/>
            <pc:sldMk cId="3753566636" sldId="300"/>
            <ac:spMk id="2" creationId="{36E0E3AC-BDF6-80C8-98AB-E8303E847D0C}"/>
          </ac:spMkLst>
        </pc:spChg>
        <pc:spChg chg="del">
          <ac:chgData name="Abdullahi Saliu" userId="44f647e9d08cd165" providerId="Windows Live" clId="Web-{0A979320-D94B-4C32-B640-8DDD3011EA87}" dt="2025-03-21T09:58:08.729" v="969"/>
          <ac:spMkLst>
            <pc:docMk/>
            <pc:sldMk cId="3753566636" sldId="300"/>
            <ac:spMk id="3" creationId="{52B4AC09-FF8C-3956-51EB-C73486F6F355}"/>
          </ac:spMkLst>
        </pc:spChg>
        <pc:spChg chg="add del mod">
          <ac:chgData name="Abdullahi Saliu" userId="44f647e9d08cd165" providerId="Windows Live" clId="Web-{0A979320-D94B-4C32-B640-8DDD3011EA87}" dt="2025-03-21T10:02:02.345" v="1025"/>
          <ac:spMkLst>
            <pc:docMk/>
            <pc:sldMk cId="3753566636" sldId="300"/>
            <ac:spMk id="7" creationId="{C718271B-DF85-FBC4-C7B0-E89611BF2C8B}"/>
          </ac:spMkLst>
        </pc:spChg>
        <pc:picChg chg="add del mod ord">
          <ac:chgData name="Abdullahi Saliu" userId="44f647e9d08cd165" providerId="Windows Live" clId="Web-{0A979320-D94B-4C32-B640-8DDD3011EA87}" dt="2025-03-21T10:00:15.998" v="1022"/>
          <ac:picMkLst>
            <pc:docMk/>
            <pc:sldMk cId="3753566636" sldId="300"/>
            <ac:picMk id="4" creationId="{73A9CBA5-4AA0-624D-52BF-2FC533FE53B3}"/>
          </ac:picMkLst>
        </pc:picChg>
        <pc:picChg chg="add del mod">
          <ac:chgData name="Abdullahi Saliu" userId="44f647e9d08cd165" providerId="Windows Live" clId="Web-{0A979320-D94B-4C32-B640-8DDD3011EA87}" dt="2025-03-21T10:00:13.888" v="1021"/>
          <ac:picMkLst>
            <pc:docMk/>
            <pc:sldMk cId="3753566636" sldId="300"/>
            <ac:picMk id="5" creationId="{78CE09DD-5A89-B0B0-A2ED-6925D372E5F3}"/>
          </ac:picMkLst>
        </pc:picChg>
        <pc:picChg chg="add mod ord">
          <ac:chgData name="Abdullahi Saliu" userId="44f647e9d08cd165" providerId="Windows Live" clId="Web-{0A979320-D94B-4C32-B640-8DDD3011EA87}" dt="2025-03-21T10:02:31.673" v="1027"/>
          <ac:picMkLst>
            <pc:docMk/>
            <pc:sldMk cId="3753566636" sldId="300"/>
            <ac:picMk id="8" creationId="{547233A3-D2E4-4AE6-5506-839D67A8F43F}"/>
          </ac:picMkLst>
        </pc:picChg>
        <pc:picChg chg="add mod">
          <ac:chgData name="Abdullahi Saliu" userId="44f647e9d08cd165" providerId="Windows Live" clId="Web-{0A979320-D94B-4C32-B640-8DDD3011EA87}" dt="2025-03-21T10:02:31.673" v="1027"/>
          <ac:picMkLst>
            <pc:docMk/>
            <pc:sldMk cId="3753566636" sldId="300"/>
            <ac:picMk id="9" creationId="{98FEFCD4-E49A-A57F-CCC7-D5B07FD9AF14}"/>
          </ac:picMkLst>
        </pc:picChg>
        <pc:cxnChg chg="add">
          <ac:chgData name="Abdullahi Saliu" userId="44f647e9d08cd165" providerId="Windows Live" clId="Web-{0A979320-D94B-4C32-B640-8DDD3011EA87}" dt="2025-03-21T10:02:31.673" v="1027"/>
          <ac:cxnSpMkLst>
            <pc:docMk/>
            <pc:sldMk cId="3753566636" sldId="300"/>
            <ac:cxnSpMk id="14" creationId="{192712F8-36FA-35DF-0CE8-4098D93322A3}"/>
          </ac:cxnSpMkLst>
        </pc:cxnChg>
        <pc:cxnChg chg="add">
          <ac:chgData name="Abdullahi Saliu" userId="44f647e9d08cd165" providerId="Windows Live" clId="Web-{0A979320-D94B-4C32-B640-8DDD3011EA87}" dt="2025-03-21T10:02:31.673" v="1027"/>
          <ac:cxnSpMkLst>
            <pc:docMk/>
            <pc:sldMk cId="3753566636" sldId="300"/>
            <ac:cxnSpMk id="16" creationId="{AF9469B9-6468-5B6A-E832-8D4590388432}"/>
          </ac:cxnSpMkLst>
        </pc:cxnChg>
      </pc:sldChg>
      <pc:sldChg chg="addSp delSp modSp new mod ord setBg">
        <pc:chgData name="Abdullahi Saliu" userId="44f647e9d08cd165" providerId="Windows Live" clId="Web-{0A979320-D94B-4C32-B640-8DDD3011EA87}" dt="2025-03-21T10:27:40.243" v="1167"/>
        <pc:sldMkLst>
          <pc:docMk/>
          <pc:sldMk cId="2475711938" sldId="301"/>
        </pc:sldMkLst>
        <pc:spChg chg="mod">
          <ac:chgData name="Abdullahi Saliu" userId="44f647e9d08cd165" providerId="Windows Live" clId="Web-{0A979320-D94B-4C32-B640-8DDD3011EA87}" dt="2025-03-21T10:27:40.243" v="1167"/>
          <ac:spMkLst>
            <pc:docMk/>
            <pc:sldMk cId="2475711938" sldId="301"/>
            <ac:spMk id="2" creationId="{DF60F942-9B66-4896-6A4A-FA2E9AE79C3B}"/>
          </ac:spMkLst>
        </pc:spChg>
        <pc:spChg chg="del">
          <ac:chgData name="Abdullahi Saliu" userId="44f647e9d08cd165" providerId="Windows Live" clId="Web-{0A979320-D94B-4C32-B640-8DDD3011EA87}" dt="2025-03-21T10:24:45.973" v="1083"/>
          <ac:spMkLst>
            <pc:docMk/>
            <pc:sldMk cId="2475711938" sldId="301"/>
            <ac:spMk id="3" creationId="{385B3F8F-7720-237A-4399-FA1190A931F5}"/>
          </ac:spMkLst>
        </pc:spChg>
        <pc:spChg chg="add del">
          <ac:chgData name="Abdullahi Saliu" userId="44f647e9d08cd165" providerId="Windows Live" clId="Web-{0A979320-D94B-4C32-B640-8DDD3011EA87}" dt="2025-03-21T10:26:37.835" v="1162"/>
          <ac:spMkLst>
            <pc:docMk/>
            <pc:sldMk cId="2475711938" sldId="301"/>
            <ac:spMk id="8" creationId="{7DAE4E89-5E2D-3219-C15C-ADBBB321208A}"/>
          </ac:spMkLst>
        </pc:spChg>
        <pc:spChg chg="add del">
          <ac:chgData name="Abdullahi Saliu" userId="44f647e9d08cd165" providerId="Windows Live" clId="Web-{0A979320-D94B-4C32-B640-8DDD3011EA87}" dt="2025-03-21T10:27:07.727" v="1164"/>
          <ac:spMkLst>
            <pc:docMk/>
            <pc:sldMk cId="2475711938" sldId="301"/>
            <ac:spMk id="9" creationId="{A8384FB5-9ADC-4DDC-881B-597D56F5B15D}"/>
          </ac:spMkLst>
        </pc:spChg>
        <pc:spChg chg="add del">
          <ac:chgData name="Abdullahi Saliu" userId="44f647e9d08cd165" providerId="Windows Live" clId="Web-{0A979320-D94B-4C32-B640-8DDD3011EA87}" dt="2025-03-21T10:26:37.835" v="1162"/>
          <ac:spMkLst>
            <pc:docMk/>
            <pc:sldMk cId="2475711938" sldId="301"/>
            <ac:spMk id="11" creationId="{0D7B6173-1D58-48E2-83CF-37350F315F75}"/>
          </ac:spMkLst>
        </pc:spChg>
        <pc:spChg chg="add del">
          <ac:chgData name="Abdullahi Saliu" userId="44f647e9d08cd165" providerId="Windows Live" clId="Web-{0A979320-D94B-4C32-B640-8DDD3011EA87}" dt="2025-03-21T10:26:37.835" v="1162"/>
          <ac:spMkLst>
            <pc:docMk/>
            <pc:sldMk cId="2475711938" sldId="301"/>
            <ac:spMk id="13" creationId="{35D813D1-BA6B-40B4-A101-04BB89445561}"/>
          </ac:spMkLst>
        </pc:spChg>
        <pc:spChg chg="add del">
          <ac:chgData name="Abdullahi Saliu" userId="44f647e9d08cd165" providerId="Windows Live" clId="Web-{0A979320-D94B-4C32-B640-8DDD3011EA87}" dt="2025-03-21T10:26:37.835" v="1162"/>
          <ac:spMkLst>
            <pc:docMk/>
            <pc:sldMk cId="2475711938" sldId="301"/>
            <ac:spMk id="17" creationId="{21BDEC81-16A7-4451-B893-C15000083B77}"/>
          </ac:spMkLst>
        </pc:spChg>
        <pc:spChg chg="add del">
          <ac:chgData name="Abdullahi Saliu" userId="44f647e9d08cd165" providerId="Windows Live" clId="Web-{0A979320-D94B-4C32-B640-8DDD3011EA87}" dt="2025-03-21T10:26:37.835" v="1162"/>
          <ac:spMkLst>
            <pc:docMk/>
            <pc:sldMk cId="2475711938" sldId="301"/>
            <ac:spMk id="19" creationId="{AEA3DFA5-2D7B-4989-8ED7-8321EC114CF1}"/>
          </ac:spMkLst>
        </pc:spChg>
        <pc:spChg chg="add del">
          <ac:chgData name="Abdullahi Saliu" userId="44f647e9d08cd165" providerId="Windows Live" clId="Web-{0A979320-D94B-4C32-B640-8DDD3011EA87}" dt="2025-03-21T10:27:07.727" v="1164"/>
          <ac:spMkLst>
            <pc:docMk/>
            <pc:sldMk cId="2475711938" sldId="301"/>
            <ac:spMk id="21" creationId="{91E5A9A7-95C6-4F4F-B00E-C82E07FE62EF}"/>
          </ac:spMkLst>
        </pc:spChg>
        <pc:spChg chg="add del">
          <ac:chgData name="Abdullahi Saliu" userId="44f647e9d08cd165" providerId="Windows Live" clId="Web-{0A979320-D94B-4C32-B640-8DDD3011EA87}" dt="2025-03-21T10:27:07.727" v="1164"/>
          <ac:spMkLst>
            <pc:docMk/>
            <pc:sldMk cId="2475711938" sldId="301"/>
            <ac:spMk id="22" creationId="{D07DD2DE-F619-49DD-B5E7-03A290FF4ED1}"/>
          </ac:spMkLst>
        </pc:spChg>
        <pc:spChg chg="add del">
          <ac:chgData name="Abdullahi Saliu" userId="44f647e9d08cd165" providerId="Windows Live" clId="Web-{0A979320-D94B-4C32-B640-8DDD3011EA87}" dt="2025-03-21T10:27:07.727" v="1164"/>
          <ac:spMkLst>
            <pc:docMk/>
            <pc:sldMk cId="2475711938" sldId="301"/>
            <ac:spMk id="23" creationId="{85149191-5F60-4A28-AAFF-039F96B0F3EC}"/>
          </ac:spMkLst>
        </pc:spChg>
        <pc:spChg chg="add del">
          <ac:chgData name="Abdullahi Saliu" userId="44f647e9d08cd165" providerId="Windows Live" clId="Web-{0A979320-D94B-4C32-B640-8DDD3011EA87}" dt="2025-03-21T10:27:07.727" v="1164"/>
          <ac:spMkLst>
            <pc:docMk/>
            <pc:sldMk cId="2475711938" sldId="301"/>
            <ac:spMk id="24" creationId="{F8260ED5-17F7-4158-B241-D51DD4CF1B7E}"/>
          </ac:spMkLst>
        </pc:spChg>
        <pc:spChg chg="add del">
          <ac:chgData name="Abdullahi Saliu" userId="44f647e9d08cd165" providerId="Windows Live" clId="Web-{0A979320-D94B-4C32-B640-8DDD3011EA87}" dt="2025-03-21T10:27:40.228" v="1166"/>
          <ac:spMkLst>
            <pc:docMk/>
            <pc:sldMk cId="2475711938" sldId="301"/>
            <ac:spMk id="27" creationId="{F61D5810-139D-BA2C-EB4F-25AB0E3B0535}"/>
          </ac:spMkLst>
        </pc:spChg>
        <pc:spChg chg="add">
          <ac:chgData name="Abdullahi Saliu" userId="44f647e9d08cd165" providerId="Windows Live" clId="Web-{0A979320-D94B-4C32-B640-8DDD3011EA87}" dt="2025-03-21T10:27:40.243" v="1167"/>
          <ac:spMkLst>
            <pc:docMk/>
            <pc:sldMk cId="2475711938" sldId="301"/>
            <ac:spMk id="29" creationId="{A8384FB5-9ADC-4DDC-881B-597D56F5B15D}"/>
          </ac:spMkLst>
        </pc:spChg>
        <pc:spChg chg="add">
          <ac:chgData name="Abdullahi Saliu" userId="44f647e9d08cd165" providerId="Windows Live" clId="Web-{0A979320-D94B-4C32-B640-8DDD3011EA87}" dt="2025-03-21T10:27:40.243" v="1167"/>
          <ac:spMkLst>
            <pc:docMk/>
            <pc:sldMk cId="2475711938" sldId="301"/>
            <ac:spMk id="30" creationId="{91E5A9A7-95C6-4F4F-B00E-C82E07FE62EF}"/>
          </ac:spMkLst>
        </pc:spChg>
        <pc:spChg chg="add">
          <ac:chgData name="Abdullahi Saliu" userId="44f647e9d08cd165" providerId="Windows Live" clId="Web-{0A979320-D94B-4C32-B640-8DDD3011EA87}" dt="2025-03-21T10:27:40.243" v="1167"/>
          <ac:spMkLst>
            <pc:docMk/>
            <pc:sldMk cId="2475711938" sldId="301"/>
            <ac:spMk id="31" creationId="{D07DD2DE-F619-49DD-B5E7-03A290FF4ED1}"/>
          </ac:spMkLst>
        </pc:spChg>
        <pc:spChg chg="add">
          <ac:chgData name="Abdullahi Saliu" userId="44f647e9d08cd165" providerId="Windows Live" clId="Web-{0A979320-D94B-4C32-B640-8DDD3011EA87}" dt="2025-03-21T10:27:40.243" v="1167"/>
          <ac:spMkLst>
            <pc:docMk/>
            <pc:sldMk cId="2475711938" sldId="301"/>
            <ac:spMk id="32" creationId="{85149191-5F60-4A28-AAFF-039F96B0F3EC}"/>
          </ac:spMkLst>
        </pc:spChg>
        <pc:spChg chg="add">
          <ac:chgData name="Abdullahi Saliu" userId="44f647e9d08cd165" providerId="Windows Live" clId="Web-{0A979320-D94B-4C32-B640-8DDD3011EA87}" dt="2025-03-21T10:27:40.243" v="1167"/>
          <ac:spMkLst>
            <pc:docMk/>
            <pc:sldMk cId="2475711938" sldId="301"/>
            <ac:spMk id="33" creationId="{F8260ED5-17F7-4158-B241-D51DD4CF1B7E}"/>
          </ac:spMkLst>
        </pc:spChg>
        <pc:picChg chg="add mod ord">
          <ac:chgData name="Abdullahi Saliu" userId="44f647e9d08cd165" providerId="Windows Live" clId="Web-{0A979320-D94B-4C32-B640-8DDD3011EA87}" dt="2025-03-21T10:27:40.243" v="1167"/>
          <ac:picMkLst>
            <pc:docMk/>
            <pc:sldMk cId="2475711938" sldId="301"/>
            <ac:picMk id="4" creationId="{58A8C504-D070-686E-DC17-3E588665A7FC}"/>
          </ac:picMkLst>
        </pc:picChg>
        <pc:picChg chg="add del">
          <ac:chgData name="Abdullahi Saliu" userId="44f647e9d08cd165" providerId="Windows Live" clId="Web-{0A979320-D94B-4C32-B640-8DDD3011EA87}" dt="2025-03-21T10:26:37.835" v="1162"/>
          <ac:picMkLst>
            <pc:docMk/>
            <pc:sldMk cId="2475711938" sldId="301"/>
            <ac:picMk id="15" creationId="{B0DAC8FB-A162-44E3-A606-C855A03A5B09}"/>
          </ac:picMkLst>
        </pc:picChg>
        <pc:cxnChg chg="add del">
          <ac:chgData name="Abdullahi Saliu" userId="44f647e9d08cd165" providerId="Windows Live" clId="Web-{0A979320-D94B-4C32-B640-8DDD3011EA87}" dt="2025-03-21T10:27:40.228" v="1166"/>
          <ac:cxnSpMkLst>
            <pc:docMk/>
            <pc:sldMk cId="2475711938" sldId="301"/>
            <ac:cxnSpMk id="26" creationId="{1503BFE4-729B-D9D0-C17B-501E6AF1127A}"/>
          </ac:cxnSpMkLst>
        </pc:cxnChg>
      </pc:sldChg>
      <pc:sldChg chg="addSp delSp modSp new mod setBg">
        <pc:chgData name="Abdullahi Saliu" userId="44f647e9d08cd165" providerId="Windows Live" clId="Web-{0A979320-D94B-4C32-B640-8DDD3011EA87}" dt="2025-03-21T10:24:06.457" v="1082"/>
        <pc:sldMkLst>
          <pc:docMk/>
          <pc:sldMk cId="4091564240" sldId="302"/>
        </pc:sldMkLst>
        <pc:spChg chg="mod ord">
          <ac:chgData name="Abdullahi Saliu" userId="44f647e9d08cd165" providerId="Windows Live" clId="Web-{0A979320-D94B-4C32-B640-8DDD3011EA87}" dt="2025-03-21T10:24:06.457" v="1082"/>
          <ac:spMkLst>
            <pc:docMk/>
            <pc:sldMk cId="4091564240" sldId="302"/>
            <ac:spMk id="2" creationId="{7B95F2EF-4037-0F37-923B-928452CC191B}"/>
          </ac:spMkLst>
        </pc:spChg>
        <pc:spChg chg="del">
          <ac:chgData name="Abdullahi Saliu" userId="44f647e9d08cd165" providerId="Windows Live" clId="Web-{0A979320-D94B-4C32-B640-8DDD3011EA87}" dt="2025-03-21T10:03:20.440" v="1030"/>
          <ac:spMkLst>
            <pc:docMk/>
            <pc:sldMk cId="4091564240" sldId="302"/>
            <ac:spMk id="3" creationId="{9B3E725B-2385-172F-1F4E-CCD5E980A13E}"/>
          </ac:spMkLst>
        </pc:spChg>
        <pc:spChg chg="add del">
          <ac:chgData name="Abdullahi Saliu" userId="44f647e9d08cd165" providerId="Windows Live" clId="Web-{0A979320-D94B-4C32-B640-8DDD3011EA87}" dt="2025-03-21T10:24:06.457" v="1082"/>
          <ac:spMkLst>
            <pc:docMk/>
            <pc:sldMk cId="4091564240" sldId="302"/>
            <ac:spMk id="9" creationId="{A8384FB5-9ADC-4DDC-881B-597D56F5B15D}"/>
          </ac:spMkLst>
        </pc:spChg>
        <pc:spChg chg="add del">
          <ac:chgData name="Abdullahi Saliu" userId="44f647e9d08cd165" providerId="Windows Live" clId="Web-{0A979320-D94B-4C32-B640-8DDD3011EA87}" dt="2025-03-21T10:24:06.457" v="1082"/>
          <ac:spMkLst>
            <pc:docMk/>
            <pc:sldMk cId="4091564240" sldId="302"/>
            <ac:spMk id="11" creationId="{91E5A9A7-95C6-4F4F-B00E-C82E07FE62EF}"/>
          </ac:spMkLst>
        </pc:spChg>
        <pc:spChg chg="add del">
          <ac:chgData name="Abdullahi Saliu" userId="44f647e9d08cd165" providerId="Windows Live" clId="Web-{0A979320-D94B-4C32-B640-8DDD3011EA87}" dt="2025-03-21T10:24:06.457" v="1082"/>
          <ac:spMkLst>
            <pc:docMk/>
            <pc:sldMk cId="4091564240" sldId="302"/>
            <ac:spMk id="13" creationId="{D07DD2DE-F619-49DD-B5E7-03A290FF4ED1}"/>
          </ac:spMkLst>
        </pc:spChg>
        <pc:spChg chg="add del">
          <ac:chgData name="Abdullahi Saliu" userId="44f647e9d08cd165" providerId="Windows Live" clId="Web-{0A979320-D94B-4C32-B640-8DDD3011EA87}" dt="2025-03-21T10:24:06.457" v="1082"/>
          <ac:spMkLst>
            <pc:docMk/>
            <pc:sldMk cId="4091564240" sldId="302"/>
            <ac:spMk id="15" creationId="{85149191-5F60-4A28-AAFF-039F96B0F3EC}"/>
          </ac:spMkLst>
        </pc:spChg>
        <pc:spChg chg="add del">
          <ac:chgData name="Abdullahi Saliu" userId="44f647e9d08cd165" providerId="Windows Live" clId="Web-{0A979320-D94B-4C32-B640-8DDD3011EA87}" dt="2025-03-21T10:24:06.457" v="1082"/>
          <ac:spMkLst>
            <pc:docMk/>
            <pc:sldMk cId="4091564240" sldId="302"/>
            <ac:spMk id="17" creationId="{F8260ED5-17F7-4158-B241-D51DD4CF1B7E}"/>
          </ac:spMkLst>
        </pc:spChg>
        <pc:spChg chg="add del">
          <ac:chgData name="Abdullahi Saliu" userId="44f647e9d08cd165" providerId="Windows Live" clId="Web-{0A979320-D94B-4C32-B640-8DDD3011EA87}" dt="2025-03-21T10:24:06.457" v="1081"/>
          <ac:spMkLst>
            <pc:docMk/>
            <pc:sldMk cId="4091564240" sldId="302"/>
            <ac:spMk id="22" creationId="{A8384FB5-9ADC-4DDC-881B-597D56F5B15D}"/>
          </ac:spMkLst>
        </pc:spChg>
        <pc:spChg chg="add del">
          <ac:chgData name="Abdullahi Saliu" userId="44f647e9d08cd165" providerId="Windows Live" clId="Web-{0A979320-D94B-4C32-B640-8DDD3011EA87}" dt="2025-03-21T10:24:06.457" v="1081"/>
          <ac:spMkLst>
            <pc:docMk/>
            <pc:sldMk cId="4091564240" sldId="302"/>
            <ac:spMk id="24" creationId="{91E5A9A7-95C6-4F4F-B00E-C82E07FE62EF}"/>
          </ac:spMkLst>
        </pc:spChg>
        <pc:spChg chg="add del">
          <ac:chgData name="Abdullahi Saliu" userId="44f647e9d08cd165" providerId="Windows Live" clId="Web-{0A979320-D94B-4C32-B640-8DDD3011EA87}" dt="2025-03-21T10:24:06.457" v="1081"/>
          <ac:spMkLst>
            <pc:docMk/>
            <pc:sldMk cId="4091564240" sldId="302"/>
            <ac:spMk id="26" creationId="{D07DD2DE-F619-49DD-B5E7-03A290FF4ED1}"/>
          </ac:spMkLst>
        </pc:spChg>
        <pc:spChg chg="add del">
          <ac:chgData name="Abdullahi Saliu" userId="44f647e9d08cd165" providerId="Windows Live" clId="Web-{0A979320-D94B-4C32-B640-8DDD3011EA87}" dt="2025-03-21T10:24:06.457" v="1081"/>
          <ac:spMkLst>
            <pc:docMk/>
            <pc:sldMk cId="4091564240" sldId="302"/>
            <ac:spMk id="28" creationId="{85149191-5F60-4A28-AAFF-039F96B0F3EC}"/>
          </ac:spMkLst>
        </pc:spChg>
        <pc:spChg chg="add del">
          <ac:chgData name="Abdullahi Saliu" userId="44f647e9d08cd165" providerId="Windows Live" clId="Web-{0A979320-D94B-4C32-B640-8DDD3011EA87}" dt="2025-03-21T10:24:06.457" v="1081"/>
          <ac:spMkLst>
            <pc:docMk/>
            <pc:sldMk cId="4091564240" sldId="302"/>
            <ac:spMk id="30" creationId="{F8260ED5-17F7-4158-B241-D51DD4CF1B7E}"/>
          </ac:spMkLst>
        </pc:spChg>
        <pc:spChg chg="add">
          <ac:chgData name="Abdullahi Saliu" userId="44f647e9d08cd165" providerId="Windows Live" clId="Web-{0A979320-D94B-4C32-B640-8DDD3011EA87}" dt="2025-03-21T10:24:06.457" v="1082"/>
          <ac:spMkLst>
            <pc:docMk/>
            <pc:sldMk cId="4091564240" sldId="302"/>
            <ac:spMk id="32" creationId="{9203DE33-2CD4-4CA8-9AF3-37C3B65133B0}"/>
          </ac:spMkLst>
        </pc:spChg>
        <pc:spChg chg="add">
          <ac:chgData name="Abdullahi Saliu" userId="44f647e9d08cd165" providerId="Windows Live" clId="Web-{0A979320-D94B-4C32-B640-8DDD3011EA87}" dt="2025-03-21T10:24:06.457" v="1082"/>
          <ac:spMkLst>
            <pc:docMk/>
            <pc:sldMk cId="4091564240" sldId="302"/>
            <ac:spMk id="33" creationId="{0AF57B88-1D4C-41FA-A761-EC1DD10C35CB}"/>
          </ac:spMkLst>
        </pc:spChg>
        <pc:spChg chg="add">
          <ac:chgData name="Abdullahi Saliu" userId="44f647e9d08cd165" providerId="Windows Live" clId="Web-{0A979320-D94B-4C32-B640-8DDD3011EA87}" dt="2025-03-21T10:24:06.457" v="1082"/>
          <ac:spMkLst>
            <pc:docMk/>
            <pc:sldMk cId="4091564240" sldId="302"/>
            <ac:spMk id="34" creationId="{D2548F45-5164-4ABB-8212-7F293FDED8D4}"/>
          </ac:spMkLst>
        </pc:spChg>
        <pc:spChg chg="add">
          <ac:chgData name="Abdullahi Saliu" userId="44f647e9d08cd165" providerId="Windows Live" clId="Web-{0A979320-D94B-4C32-B640-8DDD3011EA87}" dt="2025-03-21T10:24:06.457" v="1082"/>
          <ac:spMkLst>
            <pc:docMk/>
            <pc:sldMk cId="4091564240" sldId="302"/>
            <ac:spMk id="35" creationId="{5E81CCFB-7BEF-4186-86FB-D09450B4D02D}"/>
          </ac:spMkLst>
        </pc:spChg>
        <pc:picChg chg="add mod ord">
          <ac:chgData name="Abdullahi Saliu" userId="44f647e9d08cd165" providerId="Windows Live" clId="Web-{0A979320-D94B-4C32-B640-8DDD3011EA87}" dt="2025-03-21T10:05:16.412" v="1079"/>
          <ac:picMkLst>
            <pc:docMk/>
            <pc:sldMk cId="4091564240" sldId="302"/>
            <ac:picMk id="4" creationId="{D30EFC29-59B2-0618-FAF0-9B55CC568356}"/>
          </ac:picMkLst>
        </pc:picChg>
      </pc:sldChg>
      <pc:sldChg chg="addSp delSp modSp new mod setBg">
        <pc:chgData name="Abdullahi Saliu" userId="44f647e9d08cd165" providerId="Windows Live" clId="Web-{0A979320-D94B-4C32-B640-8DDD3011EA87}" dt="2025-03-21T10:32:32.719" v="1280" actId="20577"/>
        <pc:sldMkLst>
          <pc:docMk/>
          <pc:sldMk cId="3406651760" sldId="303"/>
        </pc:sldMkLst>
        <pc:spChg chg="mod">
          <ac:chgData name="Abdullahi Saliu" userId="44f647e9d08cd165" providerId="Windows Live" clId="Web-{0A979320-D94B-4C32-B640-8DDD3011EA87}" dt="2025-03-21T10:32:32.719" v="1280" actId="20577"/>
          <ac:spMkLst>
            <pc:docMk/>
            <pc:sldMk cId="3406651760" sldId="303"/>
            <ac:spMk id="2" creationId="{ABAC97F2-48A3-A5BA-7FDC-58997094C4BB}"/>
          </ac:spMkLst>
        </pc:spChg>
        <pc:spChg chg="del">
          <ac:chgData name="Abdullahi Saliu" userId="44f647e9d08cd165" providerId="Windows Live" clId="Web-{0A979320-D94B-4C32-B640-8DDD3011EA87}" dt="2025-03-21T10:29:11.136" v="1193"/>
          <ac:spMkLst>
            <pc:docMk/>
            <pc:sldMk cId="3406651760" sldId="303"/>
            <ac:spMk id="3" creationId="{4AA58FA2-249A-E593-CCF0-A4B11A2E9E29}"/>
          </ac:spMkLst>
        </pc:spChg>
        <pc:grpChg chg="add">
          <ac:chgData name="Abdullahi Saliu" userId="44f647e9d08cd165" providerId="Windows Live" clId="Web-{0A979320-D94B-4C32-B640-8DDD3011EA87}" dt="2025-03-21T10:32:08.734" v="1277"/>
          <ac:grpSpMkLst>
            <pc:docMk/>
            <pc:sldMk cId="3406651760" sldId="303"/>
            <ac:grpSpMk id="9" creationId="{0E76F6F3-F5F0-B26D-1B63-73AD0299B731}"/>
          </ac:grpSpMkLst>
        </pc:grpChg>
        <pc:picChg chg="add mod ord">
          <ac:chgData name="Abdullahi Saliu" userId="44f647e9d08cd165" providerId="Windows Live" clId="Web-{0A979320-D94B-4C32-B640-8DDD3011EA87}" dt="2025-03-21T10:32:08.734" v="1277"/>
          <ac:picMkLst>
            <pc:docMk/>
            <pc:sldMk cId="3406651760" sldId="303"/>
            <ac:picMk id="4" creationId="{8406D5F4-3DB5-A987-B6C1-D32593456ABF}"/>
          </ac:picMkLst>
        </pc:picChg>
      </pc:sldChg>
      <pc:sldChg chg="addSp delSp modSp new mod setBg">
        <pc:chgData name="Abdullahi Saliu" userId="44f647e9d08cd165" providerId="Windows Live" clId="Web-{0A979320-D94B-4C32-B640-8DDD3011EA87}" dt="2025-03-21T10:36:34.297" v="1365"/>
        <pc:sldMkLst>
          <pc:docMk/>
          <pc:sldMk cId="1218465423" sldId="304"/>
        </pc:sldMkLst>
        <pc:spChg chg="mod">
          <ac:chgData name="Abdullahi Saliu" userId="44f647e9d08cd165" providerId="Windows Live" clId="Web-{0A979320-D94B-4C32-B640-8DDD3011EA87}" dt="2025-03-21T10:36:34.297" v="1365"/>
          <ac:spMkLst>
            <pc:docMk/>
            <pc:sldMk cId="1218465423" sldId="304"/>
            <ac:spMk id="2" creationId="{9B77DAF0-BCA9-7C6C-C0A3-08BE8ACBE6D8}"/>
          </ac:spMkLst>
        </pc:spChg>
        <pc:spChg chg="del">
          <ac:chgData name="Abdullahi Saliu" userId="44f647e9d08cd165" providerId="Windows Live" clId="Web-{0A979320-D94B-4C32-B640-8DDD3011EA87}" dt="2025-03-21T10:32:57.986" v="1282"/>
          <ac:spMkLst>
            <pc:docMk/>
            <pc:sldMk cId="1218465423" sldId="304"/>
            <ac:spMk id="3" creationId="{96314B81-A776-103F-F186-FC3E10CBD262}"/>
          </ac:spMkLst>
        </pc:spChg>
        <pc:spChg chg="add del">
          <ac:chgData name="Abdullahi Saliu" userId="44f647e9d08cd165" providerId="Windows Live" clId="Web-{0A979320-D94B-4C32-B640-8DDD3011EA87}" dt="2025-03-21T10:35:11.755" v="1359"/>
          <ac:spMkLst>
            <pc:docMk/>
            <pc:sldMk cId="1218465423" sldId="304"/>
            <ac:spMk id="9" creationId="{B8478951-E268-7C97-5426-C25EE3F7A68F}"/>
          </ac:spMkLst>
        </pc:spChg>
        <pc:spChg chg="add del">
          <ac:chgData name="Abdullahi Saliu" userId="44f647e9d08cd165" providerId="Windows Live" clId="Web-{0A979320-D94B-4C32-B640-8DDD3011EA87}" dt="2025-03-21T10:34:58.332" v="1357"/>
          <ac:spMkLst>
            <pc:docMk/>
            <pc:sldMk cId="1218465423" sldId="304"/>
            <ac:spMk id="14" creationId="{99ED5833-B85B-4103-8A3B-CAB0308E6C15}"/>
          </ac:spMkLst>
        </pc:spChg>
        <pc:spChg chg="add del">
          <ac:chgData name="Abdullahi Saliu" userId="44f647e9d08cd165" providerId="Windows Live" clId="Web-{0A979320-D94B-4C32-B640-8DDD3011EA87}" dt="2025-03-21T10:35:11.755" v="1359"/>
          <ac:spMkLst>
            <pc:docMk/>
            <pc:sldMk cId="1218465423" sldId="304"/>
            <ac:spMk id="18" creationId="{B712E947-0734-45F9-9C4F-41114EC3A33E}"/>
          </ac:spMkLst>
        </pc:spChg>
        <pc:spChg chg="add del">
          <ac:chgData name="Abdullahi Saliu" userId="44f647e9d08cd165" providerId="Windows Live" clId="Web-{0A979320-D94B-4C32-B640-8DDD3011EA87}" dt="2025-03-21T10:36:34.297" v="1365"/>
          <ac:spMkLst>
            <pc:docMk/>
            <pc:sldMk cId="1218465423" sldId="304"/>
            <ac:spMk id="27" creationId="{96646FC9-C66D-4EC7-8310-0DD4ACC49C6C}"/>
          </ac:spMkLst>
        </pc:spChg>
        <pc:spChg chg="add del">
          <ac:chgData name="Abdullahi Saliu" userId="44f647e9d08cd165" providerId="Windows Live" clId="Web-{0A979320-D94B-4C32-B640-8DDD3011EA87}" dt="2025-03-21T10:36:34.297" v="1365"/>
          <ac:spMkLst>
            <pc:docMk/>
            <pc:sldMk cId="1218465423" sldId="304"/>
            <ac:spMk id="29" creationId="{A3473CF9-37EB-43E7-89EF-D2D1C53D1DAC}"/>
          </ac:spMkLst>
        </pc:spChg>
        <pc:spChg chg="add del">
          <ac:chgData name="Abdullahi Saliu" userId="44f647e9d08cd165" providerId="Windows Live" clId="Web-{0A979320-D94B-4C32-B640-8DDD3011EA87}" dt="2025-03-21T10:36:34.297" v="1365"/>
          <ac:spMkLst>
            <pc:docMk/>
            <pc:sldMk cId="1218465423" sldId="304"/>
            <ac:spMk id="31" creationId="{586B4EF9-43BA-4655-A6FF-1D8E21574C95}"/>
          </ac:spMkLst>
        </pc:spChg>
        <pc:spChg chg="add">
          <ac:chgData name="Abdullahi Saliu" userId="44f647e9d08cd165" providerId="Windows Live" clId="Web-{0A979320-D94B-4C32-B640-8DDD3011EA87}" dt="2025-03-21T10:36:34.297" v="1365"/>
          <ac:spMkLst>
            <pc:docMk/>
            <pc:sldMk cId="1218465423" sldId="304"/>
            <ac:spMk id="36" creationId="{A4AC5506-6312-4701-8D3C-40187889A947}"/>
          </ac:spMkLst>
        </pc:spChg>
        <pc:grpChg chg="add del">
          <ac:chgData name="Abdullahi Saliu" userId="44f647e9d08cd165" providerId="Windows Live" clId="Web-{0A979320-D94B-4C32-B640-8DDD3011EA87}" dt="2025-03-21T10:35:11.755" v="1359"/>
          <ac:grpSpMkLst>
            <pc:docMk/>
            <pc:sldMk cId="1218465423" sldId="304"/>
            <ac:grpSpMk id="19" creationId="{12B3290A-D3BF-4B87-B55B-FD9A98B49727}"/>
          </ac:grpSpMkLst>
        </pc:grpChg>
        <pc:picChg chg="add mod ord">
          <ac:chgData name="Abdullahi Saliu" userId="44f647e9d08cd165" providerId="Windows Live" clId="Web-{0A979320-D94B-4C32-B640-8DDD3011EA87}" dt="2025-03-21T10:36:34.297" v="1365"/>
          <ac:picMkLst>
            <pc:docMk/>
            <pc:sldMk cId="1218465423" sldId="304"/>
            <ac:picMk id="4" creationId="{C88FAA8B-4768-2546-39ED-987785EC34D9}"/>
          </ac:picMkLst>
        </pc:picChg>
        <pc:picChg chg="add del mod">
          <ac:chgData name="Abdullahi Saliu" userId="44f647e9d08cd165" providerId="Windows Live" clId="Web-{0A979320-D94B-4C32-B640-8DDD3011EA87}" dt="2025-03-21T10:36:29.641" v="1364"/>
          <ac:picMkLst>
            <pc:docMk/>
            <pc:sldMk cId="1218465423" sldId="304"/>
            <ac:picMk id="5" creationId="{B446E094-4606-0C61-255A-6D3E14E51323}"/>
          </ac:picMkLst>
        </pc:picChg>
        <pc:cxnChg chg="add del">
          <ac:chgData name="Abdullahi Saliu" userId="44f647e9d08cd165" providerId="Windows Live" clId="Web-{0A979320-D94B-4C32-B640-8DDD3011EA87}" dt="2025-03-21T10:34:39.457" v="1355"/>
          <ac:cxnSpMkLst>
            <pc:docMk/>
            <pc:sldMk cId="1218465423" sldId="304"/>
            <ac:cxnSpMk id="10" creationId="{192712F8-36FA-35DF-0CE8-4098D93322A3}"/>
          </ac:cxnSpMkLst>
        </pc:cxnChg>
        <pc:cxnChg chg="add del">
          <ac:chgData name="Abdullahi Saliu" userId="44f647e9d08cd165" providerId="Windows Live" clId="Web-{0A979320-D94B-4C32-B640-8DDD3011EA87}" dt="2025-03-21T10:34:39.457" v="1355"/>
          <ac:cxnSpMkLst>
            <pc:docMk/>
            <pc:sldMk cId="1218465423" sldId="304"/>
            <ac:cxnSpMk id="12" creationId="{AF9469B9-6468-5B6A-E832-8D4590388432}"/>
          </ac:cxnSpMkLst>
        </pc:cxnChg>
        <pc:cxnChg chg="add del">
          <ac:chgData name="Abdullahi Saliu" userId="44f647e9d08cd165" providerId="Windows Live" clId="Web-{0A979320-D94B-4C32-B640-8DDD3011EA87}" dt="2025-03-21T10:36:14.828" v="1363"/>
          <ac:cxnSpMkLst>
            <pc:docMk/>
            <pc:sldMk cId="1218465423" sldId="304"/>
            <ac:cxnSpMk id="21" creationId="{192712F8-36FA-35DF-0CE8-4098D93322A3}"/>
          </ac:cxnSpMkLst>
        </pc:cxnChg>
        <pc:cxnChg chg="add del">
          <ac:chgData name="Abdullahi Saliu" userId="44f647e9d08cd165" providerId="Windows Live" clId="Web-{0A979320-D94B-4C32-B640-8DDD3011EA87}" dt="2025-03-21T10:36:14.828" v="1363"/>
          <ac:cxnSpMkLst>
            <pc:docMk/>
            <pc:sldMk cId="1218465423" sldId="304"/>
            <ac:cxnSpMk id="22" creationId="{AF9469B9-6468-5B6A-E832-8D4590388432}"/>
          </ac:cxnSpMkLst>
        </pc:cxnChg>
      </pc:sldChg>
      <pc:sldChg chg="addSp delSp modSp new">
        <pc:chgData name="Abdullahi Saliu" userId="44f647e9d08cd165" providerId="Windows Live" clId="Web-{0A979320-D94B-4C32-B640-8DDD3011EA87}" dt="2025-03-21T10:37:25.892" v="1392" actId="20577"/>
        <pc:sldMkLst>
          <pc:docMk/>
          <pc:sldMk cId="643149431" sldId="305"/>
        </pc:sldMkLst>
        <pc:spChg chg="mod">
          <ac:chgData name="Abdullahi Saliu" userId="44f647e9d08cd165" providerId="Windows Live" clId="Web-{0A979320-D94B-4C32-B640-8DDD3011EA87}" dt="2025-03-21T10:37:25.892" v="1392" actId="20577"/>
          <ac:spMkLst>
            <pc:docMk/>
            <pc:sldMk cId="643149431" sldId="305"/>
            <ac:spMk id="2" creationId="{29ABAB1C-ED91-8117-DA07-4A8E8F4FE631}"/>
          </ac:spMkLst>
        </pc:spChg>
        <pc:spChg chg="del">
          <ac:chgData name="Abdullahi Saliu" userId="44f647e9d08cd165" providerId="Windows Live" clId="Web-{0A979320-D94B-4C32-B640-8DDD3011EA87}" dt="2025-03-21T10:36:58.782" v="1367"/>
          <ac:spMkLst>
            <pc:docMk/>
            <pc:sldMk cId="643149431" sldId="305"/>
            <ac:spMk id="3" creationId="{6EB74D33-1E9F-DE9B-F722-189D1CB942E8}"/>
          </ac:spMkLst>
        </pc:spChg>
        <pc:picChg chg="add mod ord">
          <ac:chgData name="Abdullahi Saliu" userId="44f647e9d08cd165" providerId="Windows Live" clId="Web-{0A979320-D94B-4C32-B640-8DDD3011EA87}" dt="2025-03-21T10:36:58.782" v="1367"/>
          <ac:picMkLst>
            <pc:docMk/>
            <pc:sldMk cId="643149431" sldId="305"/>
            <ac:picMk id="4" creationId="{8C0F0C89-AB42-379F-7B20-D779911B2CFD}"/>
          </ac:picMkLst>
        </pc:picChg>
      </pc:sldChg>
      <pc:sldChg chg="addSp delSp modSp new mod setBg">
        <pc:chgData name="Abdullahi Saliu" userId="44f647e9d08cd165" providerId="Windows Live" clId="Web-{0A979320-D94B-4C32-B640-8DDD3011EA87}" dt="2025-03-21T10:38:40.832" v="1424" actId="20577"/>
        <pc:sldMkLst>
          <pc:docMk/>
          <pc:sldMk cId="1085080552" sldId="306"/>
        </pc:sldMkLst>
        <pc:spChg chg="mod">
          <ac:chgData name="Abdullahi Saliu" userId="44f647e9d08cd165" providerId="Windows Live" clId="Web-{0A979320-D94B-4C32-B640-8DDD3011EA87}" dt="2025-03-21T10:38:40.832" v="1424" actId="20577"/>
          <ac:spMkLst>
            <pc:docMk/>
            <pc:sldMk cId="1085080552" sldId="306"/>
            <ac:spMk id="2" creationId="{200540D6-5F45-5340-96C3-AACB13A081D9}"/>
          </ac:spMkLst>
        </pc:spChg>
        <pc:spChg chg="del">
          <ac:chgData name="Abdullahi Saliu" userId="44f647e9d08cd165" providerId="Windows Live" clId="Web-{0A979320-D94B-4C32-B640-8DDD3011EA87}" dt="2025-03-21T10:37:48.627" v="1394"/>
          <ac:spMkLst>
            <pc:docMk/>
            <pc:sldMk cId="1085080552" sldId="306"/>
            <ac:spMk id="3" creationId="{78C4EFE7-DBCF-6ED9-6BB9-7BF833278C62}"/>
          </ac:spMkLst>
        </pc:spChg>
        <pc:spChg chg="add">
          <ac:chgData name="Abdullahi Saliu" userId="44f647e9d08cd165" providerId="Windows Live" clId="Web-{0A979320-D94B-4C32-B640-8DDD3011EA87}" dt="2025-03-21T10:38:30.551" v="1420"/>
          <ac:spMkLst>
            <pc:docMk/>
            <pc:sldMk cId="1085080552" sldId="306"/>
            <ac:spMk id="9" creationId="{A4AC5506-6312-4701-8D3C-40187889A947}"/>
          </ac:spMkLst>
        </pc:spChg>
        <pc:picChg chg="add mod ord">
          <ac:chgData name="Abdullahi Saliu" userId="44f647e9d08cd165" providerId="Windows Live" clId="Web-{0A979320-D94B-4C32-B640-8DDD3011EA87}" dt="2025-03-21T10:38:30.551" v="1420"/>
          <ac:picMkLst>
            <pc:docMk/>
            <pc:sldMk cId="1085080552" sldId="306"/>
            <ac:picMk id="4" creationId="{343080F9-2A26-7DD4-9F51-30E09583EF4B}"/>
          </ac:picMkLst>
        </pc:picChg>
      </pc:sldChg>
      <pc:sldChg chg="addSp delSp modSp new mod setBg">
        <pc:chgData name="Abdullahi Saliu" userId="44f647e9d08cd165" providerId="Windows Live" clId="Web-{0A979320-D94B-4C32-B640-8DDD3011EA87}" dt="2025-03-21T10:41:47.166" v="1536" actId="20577"/>
        <pc:sldMkLst>
          <pc:docMk/>
          <pc:sldMk cId="3654524955" sldId="307"/>
        </pc:sldMkLst>
        <pc:spChg chg="mod">
          <ac:chgData name="Abdullahi Saliu" userId="44f647e9d08cd165" providerId="Windows Live" clId="Web-{0A979320-D94B-4C32-B640-8DDD3011EA87}" dt="2025-03-21T10:41:47.166" v="1536" actId="20577"/>
          <ac:spMkLst>
            <pc:docMk/>
            <pc:sldMk cId="3654524955" sldId="307"/>
            <ac:spMk id="2" creationId="{0FFAF377-27A6-E538-FCBA-B0F20C457E61}"/>
          </ac:spMkLst>
        </pc:spChg>
        <pc:spChg chg="del">
          <ac:chgData name="Abdullahi Saliu" userId="44f647e9d08cd165" providerId="Windows Live" clId="Web-{0A979320-D94B-4C32-B640-8DDD3011EA87}" dt="2025-03-21T10:40:51.103" v="1485"/>
          <ac:spMkLst>
            <pc:docMk/>
            <pc:sldMk cId="3654524955" sldId="307"/>
            <ac:spMk id="3" creationId="{0B2CF00C-08AE-D539-8851-0381D3D2BD71}"/>
          </ac:spMkLst>
        </pc:spChg>
        <pc:spChg chg="add">
          <ac:chgData name="Abdullahi Saliu" userId="44f647e9d08cd165" providerId="Windows Live" clId="Web-{0A979320-D94B-4C32-B640-8DDD3011EA87}" dt="2025-03-21T10:40:56.258" v="1486"/>
          <ac:spMkLst>
            <pc:docMk/>
            <pc:sldMk cId="3654524955" sldId="307"/>
            <ac:spMk id="9" creationId="{D4771268-CB57-404A-9271-370EB28F6090}"/>
          </ac:spMkLst>
        </pc:spChg>
        <pc:picChg chg="add mod ord">
          <ac:chgData name="Abdullahi Saliu" userId="44f647e9d08cd165" providerId="Windows Live" clId="Web-{0A979320-D94B-4C32-B640-8DDD3011EA87}" dt="2025-03-21T10:40:56.258" v="1486"/>
          <ac:picMkLst>
            <pc:docMk/>
            <pc:sldMk cId="3654524955" sldId="307"/>
            <ac:picMk id="4" creationId="{560C9FD0-EE71-13A5-AD25-3DA916864110}"/>
          </ac:picMkLst>
        </pc:picChg>
      </pc:sldChg>
      <pc:sldChg chg="addSp delSp modSp new mod setBg">
        <pc:chgData name="Abdullahi Saliu" userId="44f647e9d08cd165" providerId="Windows Live" clId="Web-{0A979320-D94B-4C32-B640-8DDD3011EA87}" dt="2025-03-21T10:43:44.997" v="1584"/>
        <pc:sldMkLst>
          <pc:docMk/>
          <pc:sldMk cId="4201328478" sldId="308"/>
        </pc:sldMkLst>
        <pc:spChg chg="mod ord">
          <ac:chgData name="Abdullahi Saliu" userId="44f647e9d08cd165" providerId="Windows Live" clId="Web-{0A979320-D94B-4C32-B640-8DDD3011EA87}" dt="2025-03-21T10:43:44.997" v="1584"/>
          <ac:spMkLst>
            <pc:docMk/>
            <pc:sldMk cId="4201328478" sldId="308"/>
            <ac:spMk id="2" creationId="{5A880E94-5DD3-85C3-5615-A0182A12F03E}"/>
          </ac:spMkLst>
        </pc:spChg>
        <pc:spChg chg="del">
          <ac:chgData name="Abdullahi Saliu" userId="44f647e9d08cd165" providerId="Windows Live" clId="Web-{0A979320-D94B-4C32-B640-8DDD3011EA87}" dt="2025-03-21T10:42:35.401" v="1538"/>
          <ac:spMkLst>
            <pc:docMk/>
            <pc:sldMk cId="4201328478" sldId="308"/>
            <ac:spMk id="3" creationId="{47570042-2C64-584C-E54D-D7299CF4C53D}"/>
          </ac:spMkLst>
        </pc:spChg>
        <pc:spChg chg="add">
          <ac:chgData name="Abdullahi Saliu" userId="44f647e9d08cd165" providerId="Windows Live" clId="Web-{0A979320-D94B-4C32-B640-8DDD3011EA87}" dt="2025-03-21T10:43:44.997" v="1584"/>
          <ac:spMkLst>
            <pc:docMk/>
            <pc:sldMk cId="4201328478" sldId="308"/>
            <ac:spMk id="13" creationId="{EE04B5EB-F158-4507-90DD-BD23620C7CC9}"/>
          </ac:spMkLst>
        </pc:spChg>
        <pc:spChg chg="add">
          <ac:chgData name="Abdullahi Saliu" userId="44f647e9d08cd165" providerId="Windows Live" clId="Web-{0A979320-D94B-4C32-B640-8DDD3011EA87}" dt="2025-03-21T10:43:44.997" v="1584"/>
          <ac:spMkLst>
            <pc:docMk/>
            <pc:sldMk cId="4201328478" sldId="308"/>
            <ac:spMk id="14" creationId="{19D32F93-50AC-4C46-A5DB-291C60DDB7BD}"/>
          </ac:spMkLst>
        </pc:spChg>
        <pc:spChg chg="add">
          <ac:chgData name="Abdullahi Saliu" userId="44f647e9d08cd165" providerId="Windows Live" clId="Web-{0A979320-D94B-4C32-B640-8DDD3011EA87}" dt="2025-03-21T10:43:44.997" v="1584"/>
          <ac:spMkLst>
            <pc:docMk/>
            <pc:sldMk cId="4201328478" sldId="308"/>
            <ac:spMk id="15" creationId="{827DC2C4-B485-428A-BF4A-472D2967F47F}"/>
          </ac:spMkLst>
        </pc:spChg>
        <pc:picChg chg="add mod ord">
          <ac:chgData name="Abdullahi Saliu" userId="44f647e9d08cd165" providerId="Windows Live" clId="Web-{0A979320-D94B-4C32-B640-8DDD3011EA87}" dt="2025-03-21T10:43:44.997" v="1584"/>
          <ac:picMkLst>
            <pc:docMk/>
            <pc:sldMk cId="4201328478" sldId="308"/>
            <ac:picMk id="4" creationId="{A3DEE8FE-69FF-C212-5C8E-4B16BCA1B4B6}"/>
          </ac:picMkLst>
        </pc:picChg>
        <pc:cxnChg chg="add del">
          <ac:chgData name="Abdullahi Saliu" userId="44f647e9d08cd165" providerId="Windows Live" clId="Web-{0A979320-D94B-4C32-B640-8DDD3011EA87}" dt="2025-03-21T10:43:44.982" v="1583"/>
          <ac:cxnSpMkLst>
            <pc:docMk/>
            <pc:sldMk cId="4201328478" sldId="308"/>
            <ac:cxnSpMk id="9" creationId="{192712F8-36FA-35DF-0CE8-4098D93322A3}"/>
          </ac:cxnSpMkLst>
        </pc:cxnChg>
        <pc:cxnChg chg="add del">
          <ac:chgData name="Abdullahi Saliu" userId="44f647e9d08cd165" providerId="Windows Live" clId="Web-{0A979320-D94B-4C32-B640-8DDD3011EA87}" dt="2025-03-21T10:43:44.982" v="1583"/>
          <ac:cxnSpMkLst>
            <pc:docMk/>
            <pc:sldMk cId="4201328478" sldId="308"/>
            <ac:cxnSpMk id="11" creationId="{AF9469B9-6468-5B6A-E832-8D4590388432}"/>
          </ac:cxnSpMkLst>
        </pc:cxnChg>
      </pc:sldChg>
      <pc:sldChg chg="addSp delSp modSp new mod setBg">
        <pc:chgData name="Abdullahi Saliu" userId="44f647e9d08cd165" providerId="Windows Live" clId="Web-{0A979320-D94B-4C32-B640-8DDD3011EA87}" dt="2025-03-21T10:45:00.390" v="1596"/>
        <pc:sldMkLst>
          <pc:docMk/>
          <pc:sldMk cId="2015614411" sldId="309"/>
        </pc:sldMkLst>
        <pc:spChg chg="mod">
          <ac:chgData name="Abdullahi Saliu" userId="44f647e9d08cd165" providerId="Windows Live" clId="Web-{0A979320-D94B-4C32-B640-8DDD3011EA87}" dt="2025-03-21T10:45:00.390" v="1596"/>
          <ac:spMkLst>
            <pc:docMk/>
            <pc:sldMk cId="2015614411" sldId="309"/>
            <ac:spMk id="2" creationId="{5D144289-5DA6-7FB4-5D31-82E5BF6C08AB}"/>
          </ac:spMkLst>
        </pc:spChg>
        <pc:spChg chg="del">
          <ac:chgData name="Abdullahi Saliu" userId="44f647e9d08cd165" providerId="Windows Live" clId="Web-{0A979320-D94B-4C32-B640-8DDD3011EA87}" dt="2025-03-21T10:44:14.498" v="1586"/>
          <ac:spMkLst>
            <pc:docMk/>
            <pc:sldMk cId="2015614411" sldId="309"/>
            <ac:spMk id="3" creationId="{704F35E5-70BB-6C08-BCBC-72ECB63CCDFC}"/>
          </ac:spMkLst>
        </pc:spChg>
        <pc:spChg chg="add">
          <ac:chgData name="Abdullahi Saliu" userId="44f647e9d08cd165" providerId="Windows Live" clId="Web-{0A979320-D94B-4C32-B640-8DDD3011EA87}" dt="2025-03-21T10:45:00.390" v="1596"/>
          <ac:spMkLst>
            <pc:docMk/>
            <pc:sldMk cId="2015614411" sldId="309"/>
            <ac:spMk id="9" creationId="{A4AC5506-6312-4701-8D3C-40187889A947}"/>
          </ac:spMkLst>
        </pc:spChg>
        <pc:picChg chg="add mod ord">
          <ac:chgData name="Abdullahi Saliu" userId="44f647e9d08cd165" providerId="Windows Live" clId="Web-{0A979320-D94B-4C32-B640-8DDD3011EA87}" dt="2025-03-21T10:45:00.390" v="1596"/>
          <ac:picMkLst>
            <pc:docMk/>
            <pc:sldMk cId="2015614411" sldId="309"/>
            <ac:picMk id="4" creationId="{7C3AC6B9-0216-1EEC-7A71-76CC880DA9C7}"/>
          </ac:picMkLst>
        </pc:picChg>
      </pc:sldChg>
      <pc:sldChg chg="addSp delSp modSp new mod setBg">
        <pc:chgData name="Abdullahi Saliu" userId="44f647e9d08cd165" providerId="Windows Live" clId="Web-{0A979320-D94B-4C32-B640-8DDD3011EA87}" dt="2025-03-21T10:46:28.377" v="1649"/>
        <pc:sldMkLst>
          <pc:docMk/>
          <pc:sldMk cId="1186845686" sldId="310"/>
        </pc:sldMkLst>
        <pc:spChg chg="mod">
          <ac:chgData name="Abdullahi Saliu" userId="44f647e9d08cd165" providerId="Windows Live" clId="Web-{0A979320-D94B-4C32-B640-8DDD3011EA87}" dt="2025-03-21T10:46:28.377" v="1649"/>
          <ac:spMkLst>
            <pc:docMk/>
            <pc:sldMk cId="1186845686" sldId="310"/>
            <ac:spMk id="2" creationId="{1147864F-91A0-87AC-B9FD-2F4C76B8299F}"/>
          </ac:spMkLst>
        </pc:spChg>
        <pc:spChg chg="del">
          <ac:chgData name="Abdullahi Saliu" userId="44f647e9d08cd165" providerId="Windows Live" clId="Web-{0A979320-D94B-4C32-B640-8DDD3011EA87}" dt="2025-03-21T10:46:21.314" v="1648"/>
          <ac:spMkLst>
            <pc:docMk/>
            <pc:sldMk cId="1186845686" sldId="310"/>
            <ac:spMk id="3" creationId="{A8A4152E-5E0C-9B5B-115C-9A50FD9078B8}"/>
          </ac:spMkLst>
        </pc:spChg>
        <pc:spChg chg="add">
          <ac:chgData name="Abdullahi Saliu" userId="44f647e9d08cd165" providerId="Windows Live" clId="Web-{0A979320-D94B-4C32-B640-8DDD3011EA87}" dt="2025-03-21T10:46:28.377" v="1649"/>
          <ac:spMkLst>
            <pc:docMk/>
            <pc:sldMk cId="1186845686" sldId="310"/>
            <ac:spMk id="9" creationId="{A4AC5506-6312-4701-8D3C-40187889A947}"/>
          </ac:spMkLst>
        </pc:spChg>
        <pc:picChg chg="add mod ord">
          <ac:chgData name="Abdullahi Saliu" userId="44f647e9d08cd165" providerId="Windows Live" clId="Web-{0A979320-D94B-4C32-B640-8DDD3011EA87}" dt="2025-03-21T10:46:28.377" v="1649"/>
          <ac:picMkLst>
            <pc:docMk/>
            <pc:sldMk cId="1186845686" sldId="310"/>
            <ac:picMk id="4" creationId="{57C8D49D-24C3-6C33-8457-48AB25A5C5CC}"/>
          </ac:picMkLst>
        </pc:picChg>
      </pc:sldChg>
      <pc:sldChg chg="addSp delSp modSp new mod setBg">
        <pc:chgData name="Abdullahi Saliu" userId="44f647e9d08cd165" providerId="Windows Live" clId="Web-{0A979320-D94B-4C32-B640-8DDD3011EA87}" dt="2025-03-21T11:00:35.386" v="1750"/>
        <pc:sldMkLst>
          <pc:docMk/>
          <pc:sldMk cId="3845401174" sldId="311"/>
        </pc:sldMkLst>
        <pc:spChg chg="mod">
          <ac:chgData name="Abdullahi Saliu" userId="44f647e9d08cd165" providerId="Windows Live" clId="Web-{0A979320-D94B-4C32-B640-8DDD3011EA87}" dt="2025-03-21T10:59:26.244" v="1746"/>
          <ac:spMkLst>
            <pc:docMk/>
            <pc:sldMk cId="3845401174" sldId="311"/>
            <ac:spMk id="2" creationId="{B97027A6-1049-2CFE-2A0D-DF9DB8B86CC7}"/>
          </ac:spMkLst>
        </pc:spChg>
        <pc:spChg chg="del">
          <ac:chgData name="Abdullahi Saliu" userId="44f647e9d08cd165" providerId="Windows Live" clId="Web-{0A979320-D94B-4C32-B640-8DDD3011EA87}" dt="2025-03-21T10:55:10.908" v="1651"/>
          <ac:spMkLst>
            <pc:docMk/>
            <pc:sldMk cId="3845401174" sldId="311"/>
            <ac:spMk id="3" creationId="{91CF79B1-E0E7-909D-D89B-9011B3D3AB90}"/>
          </ac:spMkLst>
        </pc:spChg>
        <pc:spChg chg="add del mod">
          <ac:chgData name="Abdullahi Saliu" userId="44f647e9d08cd165" providerId="Windows Live" clId="Web-{0A979320-D94B-4C32-B640-8DDD3011EA87}" dt="2025-03-21T11:00:31.246" v="1749"/>
          <ac:spMkLst>
            <pc:docMk/>
            <pc:sldMk cId="3845401174" sldId="311"/>
            <ac:spMk id="6" creationId="{069EA7C2-1D9C-4449-947E-DC4B18618518}"/>
          </ac:spMkLst>
        </pc:spChg>
        <pc:spChg chg="add del">
          <ac:chgData name="Abdullahi Saliu" userId="44f647e9d08cd165" providerId="Windows Live" clId="Web-{0A979320-D94B-4C32-B640-8DDD3011EA87}" dt="2025-03-21T11:00:35.386" v="1750"/>
          <ac:spMkLst>
            <pc:docMk/>
            <pc:sldMk cId="3845401174" sldId="311"/>
            <ac:spMk id="9" creationId="{D4771268-CB57-404A-9271-370EB28F6090}"/>
          </ac:spMkLst>
        </pc:spChg>
        <pc:spChg chg="add">
          <ac:chgData name="Abdullahi Saliu" userId="44f647e9d08cd165" providerId="Windows Live" clId="Web-{0A979320-D94B-4C32-B640-8DDD3011EA87}" dt="2025-03-21T11:00:35.386" v="1750"/>
          <ac:spMkLst>
            <pc:docMk/>
            <pc:sldMk cId="3845401174" sldId="311"/>
            <ac:spMk id="14" creationId="{D4771268-CB57-404A-9271-370EB28F6090}"/>
          </ac:spMkLst>
        </pc:spChg>
        <pc:picChg chg="add del mod ord">
          <ac:chgData name="Abdullahi Saliu" userId="44f647e9d08cd165" providerId="Windows Live" clId="Web-{0A979320-D94B-4C32-B640-8DDD3011EA87}" dt="2025-03-21T11:00:29.136" v="1748"/>
          <ac:picMkLst>
            <pc:docMk/>
            <pc:sldMk cId="3845401174" sldId="311"/>
            <ac:picMk id="4" creationId="{926F2E05-7443-E92B-905B-1E2FC475019E}"/>
          </ac:picMkLst>
        </pc:picChg>
        <pc:picChg chg="add mod ord">
          <ac:chgData name="Abdullahi Saliu" userId="44f647e9d08cd165" providerId="Windows Live" clId="Web-{0A979320-D94B-4C32-B640-8DDD3011EA87}" dt="2025-03-21T11:00:35.386" v="1750"/>
          <ac:picMkLst>
            <pc:docMk/>
            <pc:sldMk cId="3845401174" sldId="311"/>
            <ac:picMk id="7" creationId="{C121A881-BFB5-CE09-2866-EB382463921A}"/>
          </ac:picMkLst>
        </pc:picChg>
      </pc:sldChg>
      <pc:sldChg chg="addSp delSp modSp new mod setBg">
        <pc:chgData name="Abdullahi Saliu" userId="44f647e9d08cd165" providerId="Windows Live" clId="Web-{0A979320-D94B-4C32-B640-8DDD3011EA87}" dt="2025-03-21T11:02:51.390" v="1819"/>
        <pc:sldMkLst>
          <pc:docMk/>
          <pc:sldMk cId="1988342162" sldId="312"/>
        </pc:sldMkLst>
        <pc:spChg chg="mod">
          <ac:chgData name="Abdullahi Saliu" userId="44f647e9d08cd165" providerId="Windows Live" clId="Web-{0A979320-D94B-4C32-B640-8DDD3011EA87}" dt="2025-03-21T11:02:51.390" v="1819"/>
          <ac:spMkLst>
            <pc:docMk/>
            <pc:sldMk cId="1988342162" sldId="312"/>
            <ac:spMk id="2" creationId="{E3134CB4-2B16-B4FE-CC5E-EDE138A8CB1C}"/>
          </ac:spMkLst>
        </pc:spChg>
        <pc:spChg chg="del">
          <ac:chgData name="Abdullahi Saliu" userId="44f647e9d08cd165" providerId="Windows Live" clId="Web-{0A979320-D94B-4C32-B640-8DDD3011EA87}" dt="2025-03-21T11:01:34.607" v="1751"/>
          <ac:spMkLst>
            <pc:docMk/>
            <pc:sldMk cId="1988342162" sldId="312"/>
            <ac:spMk id="3" creationId="{B95FE058-CCEE-DC07-DC90-F64A61302411}"/>
          </ac:spMkLst>
        </pc:spChg>
        <pc:spChg chg="add">
          <ac:chgData name="Abdullahi Saliu" userId="44f647e9d08cd165" providerId="Windows Live" clId="Web-{0A979320-D94B-4C32-B640-8DDD3011EA87}" dt="2025-03-21T11:02:51.390" v="1819"/>
          <ac:spMkLst>
            <pc:docMk/>
            <pc:sldMk cId="1988342162" sldId="312"/>
            <ac:spMk id="9" creationId="{A4AC5506-6312-4701-8D3C-40187889A947}"/>
          </ac:spMkLst>
        </pc:spChg>
        <pc:picChg chg="add mod ord">
          <ac:chgData name="Abdullahi Saliu" userId="44f647e9d08cd165" providerId="Windows Live" clId="Web-{0A979320-D94B-4C32-B640-8DDD3011EA87}" dt="2025-03-21T11:02:51.390" v="1819"/>
          <ac:picMkLst>
            <pc:docMk/>
            <pc:sldMk cId="1988342162" sldId="312"/>
            <ac:picMk id="4" creationId="{A8063E8F-B5C8-F1C4-264F-21210CB1017A}"/>
          </ac:picMkLst>
        </pc:picChg>
      </pc:sldChg>
      <pc:sldChg chg="addSp delSp modSp new mod setBg">
        <pc:chgData name="Abdullahi Saliu" userId="44f647e9d08cd165" providerId="Windows Live" clId="Web-{0A979320-D94B-4C32-B640-8DDD3011EA87}" dt="2025-03-21T11:05:19.488" v="1950"/>
        <pc:sldMkLst>
          <pc:docMk/>
          <pc:sldMk cId="576282564" sldId="313"/>
        </pc:sldMkLst>
        <pc:spChg chg="mod">
          <ac:chgData name="Abdullahi Saliu" userId="44f647e9d08cd165" providerId="Windows Live" clId="Web-{0A979320-D94B-4C32-B640-8DDD3011EA87}" dt="2025-03-21T11:05:19.488" v="1950"/>
          <ac:spMkLst>
            <pc:docMk/>
            <pc:sldMk cId="576282564" sldId="313"/>
            <ac:spMk id="2" creationId="{48121B8F-C39A-D201-9E9A-2F9E6F173870}"/>
          </ac:spMkLst>
        </pc:spChg>
        <pc:spChg chg="del">
          <ac:chgData name="Abdullahi Saliu" userId="44f647e9d08cd165" providerId="Windows Live" clId="Web-{0A979320-D94B-4C32-B640-8DDD3011EA87}" dt="2025-03-21T11:03:08.985" v="1821"/>
          <ac:spMkLst>
            <pc:docMk/>
            <pc:sldMk cId="576282564" sldId="313"/>
            <ac:spMk id="3" creationId="{FD60B3FB-9E8C-ADD0-9432-1055DA936AB2}"/>
          </ac:spMkLst>
        </pc:spChg>
        <pc:spChg chg="add">
          <ac:chgData name="Abdullahi Saliu" userId="44f647e9d08cd165" providerId="Windows Live" clId="Web-{0A979320-D94B-4C32-B640-8DDD3011EA87}" dt="2025-03-21T11:05:19.488" v="1950"/>
          <ac:spMkLst>
            <pc:docMk/>
            <pc:sldMk cId="576282564" sldId="313"/>
            <ac:spMk id="9" creationId="{1707FC24-6981-43D9-B525-C7832BA22463}"/>
          </ac:spMkLst>
        </pc:spChg>
        <pc:picChg chg="add mod ord">
          <ac:chgData name="Abdullahi Saliu" userId="44f647e9d08cd165" providerId="Windows Live" clId="Web-{0A979320-D94B-4C32-B640-8DDD3011EA87}" dt="2025-03-21T11:05:19.488" v="1950"/>
          <ac:picMkLst>
            <pc:docMk/>
            <pc:sldMk cId="576282564" sldId="313"/>
            <ac:picMk id="4" creationId="{467171D6-82B5-D182-F277-BD9217D3F6BA}"/>
          </ac:picMkLst>
        </pc:picChg>
      </pc:sldChg>
      <pc:sldChg chg="addSp modSp new mod setBg">
        <pc:chgData name="Abdullahi Saliu" userId="44f647e9d08cd165" providerId="Windows Live" clId="Web-{0A979320-D94B-4C32-B640-8DDD3011EA87}" dt="2025-03-21T11:08:58.417" v="2100"/>
        <pc:sldMkLst>
          <pc:docMk/>
          <pc:sldMk cId="3167549513" sldId="314"/>
        </pc:sldMkLst>
        <pc:spChg chg="mod">
          <ac:chgData name="Abdullahi Saliu" userId="44f647e9d08cd165" providerId="Windows Live" clId="Web-{0A979320-D94B-4C32-B640-8DDD3011EA87}" dt="2025-03-21T11:08:58.417" v="2100"/>
          <ac:spMkLst>
            <pc:docMk/>
            <pc:sldMk cId="3167549513" sldId="314"/>
            <ac:spMk id="2" creationId="{2F97A6E8-14C2-369C-28A6-B45B10A1F57C}"/>
          </ac:spMkLst>
        </pc:spChg>
        <pc:spChg chg="mod">
          <ac:chgData name="Abdullahi Saliu" userId="44f647e9d08cd165" providerId="Windows Live" clId="Web-{0A979320-D94B-4C32-B640-8DDD3011EA87}" dt="2025-03-21T11:08:58.417" v="2100"/>
          <ac:spMkLst>
            <pc:docMk/>
            <pc:sldMk cId="3167549513" sldId="314"/>
            <ac:spMk id="3" creationId="{A97E1975-327C-B0B2-41F3-53A79AE8C679}"/>
          </ac:spMkLst>
        </pc:spChg>
        <pc:spChg chg="add">
          <ac:chgData name="Abdullahi Saliu" userId="44f647e9d08cd165" providerId="Windows Live" clId="Web-{0A979320-D94B-4C32-B640-8DDD3011EA87}" dt="2025-03-21T11:08:58.417" v="2100"/>
          <ac:spMkLst>
            <pc:docMk/>
            <pc:sldMk cId="3167549513" sldId="314"/>
            <ac:spMk id="9" creationId="{A8384FB5-9ADC-4DDC-881B-597D56F5B15D}"/>
          </ac:spMkLst>
        </pc:spChg>
        <pc:spChg chg="add">
          <ac:chgData name="Abdullahi Saliu" userId="44f647e9d08cd165" providerId="Windows Live" clId="Web-{0A979320-D94B-4C32-B640-8DDD3011EA87}" dt="2025-03-21T11:08:58.417" v="2100"/>
          <ac:spMkLst>
            <pc:docMk/>
            <pc:sldMk cId="3167549513" sldId="314"/>
            <ac:spMk id="11" creationId="{91E5A9A7-95C6-4F4F-B00E-C82E07FE62EF}"/>
          </ac:spMkLst>
        </pc:spChg>
        <pc:spChg chg="add">
          <ac:chgData name="Abdullahi Saliu" userId="44f647e9d08cd165" providerId="Windows Live" clId="Web-{0A979320-D94B-4C32-B640-8DDD3011EA87}" dt="2025-03-21T11:08:58.417" v="2100"/>
          <ac:spMkLst>
            <pc:docMk/>
            <pc:sldMk cId="3167549513" sldId="314"/>
            <ac:spMk id="13" creationId="{D07DD2DE-F619-49DD-B5E7-03A290FF4ED1}"/>
          </ac:spMkLst>
        </pc:spChg>
        <pc:spChg chg="add">
          <ac:chgData name="Abdullahi Saliu" userId="44f647e9d08cd165" providerId="Windows Live" clId="Web-{0A979320-D94B-4C32-B640-8DDD3011EA87}" dt="2025-03-21T11:08:58.417" v="2100"/>
          <ac:spMkLst>
            <pc:docMk/>
            <pc:sldMk cId="3167549513" sldId="314"/>
            <ac:spMk id="15" creationId="{85149191-5F60-4A28-AAFF-039F96B0F3EC}"/>
          </ac:spMkLst>
        </pc:spChg>
        <pc:spChg chg="add">
          <ac:chgData name="Abdullahi Saliu" userId="44f647e9d08cd165" providerId="Windows Live" clId="Web-{0A979320-D94B-4C32-B640-8DDD3011EA87}" dt="2025-03-21T11:08:58.417" v="2100"/>
          <ac:spMkLst>
            <pc:docMk/>
            <pc:sldMk cId="3167549513" sldId="314"/>
            <ac:spMk id="17" creationId="{F8260ED5-17F7-4158-B241-D51DD4CF1B7E}"/>
          </ac:spMkLst>
        </pc:spChg>
        <pc:picChg chg="add mod">
          <ac:chgData name="Abdullahi Saliu" userId="44f647e9d08cd165" providerId="Windows Live" clId="Web-{0A979320-D94B-4C32-B640-8DDD3011EA87}" dt="2025-03-21T11:08:58.417" v="2100"/>
          <ac:picMkLst>
            <pc:docMk/>
            <pc:sldMk cId="3167549513" sldId="314"/>
            <ac:picMk id="4" creationId="{3E4C6F26-0097-B72B-BBC6-27C3F5E1CAE0}"/>
          </ac:picMkLst>
        </pc:picChg>
      </pc:sldChg>
      <pc:sldChg chg="addSp delSp modSp new mod setBg">
        <pc:chgData name="Abdullahi Saliu" userId="44f647e9d08cd165" providerId="Windows Live" clId="Web-{0A979320-D94B-4C32-B640-8DDD3011EA87}" dt="2025-03-21T11:10:01.981" v="2124"/>
        <pc:sldMkLst>
          <pc:docMk/>
          <pc:sldMk cId="3821696536" sldId="315"/>
        </pc:sldMkLst>
        <pc:spChg chg="mod">
          <ac:chgData name="Abdullahi Saliu" userId="44f647e9d08cd165" providerId="Windows Live" clId="Web-{0A979320-D94B-4C32-B640-8DDD3011EA87}" dt="2025-03-21T11:10:01.981" v="2124"/>
          <ac:spMkLst>
            <pc:docMk/>
            <pc:sldMk cId="3821696536" sldId="315"/>
            <ac:spMk id="2" creationId="{31545256-B488-8BFC-FE1A-FC8A0DF95E02}"/>
          </ac:spMkLst>
        </pc:spChg>
        <pc:spChg chg="del">
          <ac:chgData name="Abdullahi Saliu" userId="44f647e9d08cd165" providerId="Windows Live" clId="Web-{0A979320-D94B-4C32-B640-8DDD3011EA87}" dt="2025-03-21T11:09:24.746" v="2102"/>
          <ac:spMkLst>
            <pc:docMk/>
            <pc:sldMk cId="3821696536" sldId="315"/>
            <ac:spMk id="3" creationId="{E57A9EB0-8FDC-C4C0-547E-7B925ED709E6}"/>
          </ac:spMkLst>
        </pc:spChg>
        <pc:spChg chg="add">
          <ac:chgData name="Abdullahi Saliu" userId="44f647e9d08cd165" providerId="Windows Live" clId="Web-{0A979320-D94B-4C32-B640-8DDD3011EA87}" dt="2025-03-21T11:10:01.981" v="2124"/>
          <ac:spMkLst>
            <pc:docMk/>
            <pc:sldMk cId="3821696536" sldId="315"/>
            <ac:spMk id="9" creationId="{D4771268-CB57-404A-9271-370EB28F6090}"/>
          </ac:spMkLst>
        </pc:spChg>
        <pc:picChg chg="add mod ord">
          <ac:chgData name="Abdullahi Saliu" userId="44f647e9d08cd165" providerId="Windows Live" clId="Web-{0A979320-D94B-4C32-B640-8DDD3011EA87}" dt="2025-03-21T11:10:01.981" v="2124"/>
          <ac:picMkLst>
            <pc:docMk/>
            <pc:sldMk cId="3821696536" sldId="315"/>
            <ac:picMk id="4" creationId="{93AF7AE3-3566-4DB7-C8EB-3152B4EC49CF}"/>
          </ac:picMkLst>
        </pc:picChg>
      </pc:sldChg>
      <pc:sldChg chg="addSp delSp modSp new mod setBg">
        <pc:chgData name="Abdullahi Saliu" userId="44f647e9d08cd165" providerId="Windows Live" clId="Web-{0A979320-D94B-4C32-B640-8DDD3011EA87}" dt="2025-03-21T11:11:38.750" v="2145"/>
        <pc:sldMkLst>
          <pc:docMk/>
          <pc:sldMk cId="402770380" sldId="316"/>
        </pc:sldMkLst>
        <pc:spChg chg="mod">
          <ac:chgData name="Abdullahi Saliu" userId="44f647e9d08cd165" providerId="Windows Live" clId="Web-{0A979320-D94B-4C32-B640-8DDD3011EA87}" dt="2025-03-21T11:11:38.750" v="2145"/>
          <ac:spMkLst>
            <pc:docMk/>
            <pc:sldMk cId="402770380" sldId="316"/>
            <ac:spMk id="2" creationId="{A33DB83D-554E-2DBE-A983-80D96ED05837}"/>
          </ac:spMkLst>
        </pc:spChg>
        <pc:spChg chg="del">
          <ac:chgData name="Abdullahi Saliu" userId="44f647e9d08cd165" providerId="Windows Live" clId="Web-{0A979320-D94B-4C32-B640-8DDD3011EA87}" dt="2025-03-21T11:10:20.810" v="2126"/>
          <ac:spMkLst>
            <pc:docMk/>
            <pc:sldMk cId="402770380" sldId="316"/>
            <ac:spMk id="3" creationId="{8A9F9EF5-E77E-B720-7B29-A37BAFD1767E}"/>
          </ac:spMkLst>
        </pc:spChg>
        <pc:spChg chg="add del">
          <ac:chgData name="Abdullahi Saliu" userId="44f647e9d08cd165" providerId="Windows Live" clId="Web-{0A979320-D94B-4C32-B640-8DDD3011EA87}" dt="2025-03-21T11:11:38.656" v="2144"/>
          <ac:spMkLst>
            <pc:docMk/>
            <pc:sldMk cId="402770380" sldId="316"/>
            <ac:spMk id="9" creationId="{EFF5AC24-ECC6-EBEF-2CEE-45FDAA493104}"/>
          </ac:spMkLst>
        </pc:spChg>
        <pc:spChg chg="add del">
          <ac:chgData name="Abdullahi Saliu" userId="44f647e9d08cd165" providerId="Windows Live" clId="Web-{0A979320-D94B-4C32-B640-8DDD3011EA87}" dt="2025-03-21T11:11:31.999" v="2142"/>
          <ac:spMkLst>
            <pc:docMk/>
            <pc:sldMk cId="402770380" sldId="316"/>
            <ac:spMk id="10" creationId="{78BA5F19-D5E1-4ECC-BEC2-DF7AEDFD7C50}"/>
          </ac:spMkLst>
        </pc:spChg>
        <pc:spChg chg="add del">
          <ac:chgData name="Abdullahi Saliu" userId="44f647e9d08cd165" providerId="Windows Live" clId="Web-{0A979320-D94B-4C32-B640-8DDD3011EA87}" dt="2025-03-21T11:11:31.999" v="2142"/>
          <ac:spMkLst>
            <pc:docMk/>
            <pc:sldMk cId="402770380" sldId="316"/>
            <ac:spMk id="12" creationId="{50CC88A9-A661-4C48-866E-8734E51140B1}"/>
          </ac:spMkLst>
        </pc:spChg>
        <pc:spChg chg="add del">
          <ac:chgData name="Abdullahi Saliu" userId="44f647e9d08cd165" providerId="Windows Live" clId="Web-{0A979320-D94B-4C32-B640-8DDD3011EA87}" dt="2025-03-21T11:11:31.999" v="2142"/>
          <ac:spMkLst>
            <pc:docMk/>
            <pc:sldMk cId="402770380" sldId="316"/>
            <ac:spMk id="14" creationId="{CFDF195F-784B-4D00-8C92-6FC1B0499EA1}"/>
          </ac:spMkLst>
        </pc:spChg>
        <pc:spChg chg="add del">
          <ac:chgData name="Abdullahi Saliu" userId="44f647e9d08cd165" providerId="Windows Live" clId="Web-{0A979320-D94B-4C32-B640-8DDD3011EA87}" dt="2025-03-21T11:11:38.656" v="2144"/>
          <ac:spMkLst>
            <pc:docMk/>
            <pc:sldMk cId="402770380" sldId="316"/>
            <ac:spMk id="16" creationId="{8761DDFE-071F-4200-B0AA-394476C2D2D6}"/>
          </ac:spMkLst>
        </pc:spChg>
        <pc:spChg chg="add">
          <ac:chgData name="Abdullahi Saliu" userId="44f647e9d08cd165" providerId="Windows Live" clId="Web-{0A979320-D94B-4C32-B640-8DDD3011EA87}" dt="2025-03-21T11:11:38.750" v="2145"/>
          <ac:spMkLst>
            <pc:docMk/>
            <pc:sldMk cId="402770380" sldId="316"/>
            <ac:spMk id="18" creationId="{78BA5F19-D5E1-4ECC-BEC2-DF7AEDFD7C50}"/>
          </ac:spMkLst>
        </pc:spChg>
        <pc:spChg chg="add">
          <ac:chgData name="Abdullahi Saliu" userId="44f647e9d08cd165" providerId="Windows Live" clId="Web-{0A979320-D94B-4C32-B640-8DDD3011EA87}" dt="2025-03-21T11:11:38.750" v="2145"/>
          <ac:spMkLst>
            <pc:docMk/>
            <pc:sldMk cId="402770380" sldId="316"/>
            <ac:spMk id="19" creationId="{50CC88A9-A661-4C48-866E-8734E51140B1}"/>
          </ac:spMkLst>
        </pc:spChg>
        <pc:spChg chg="add">
          <ac:chgData name="Abdullahi Saliu" userId="44f647e9d08cd165" providerId="Windows Live" clId="Web-{0A979320-D94B-4C32-B640-8DDD3011EA87}" dt="2025-03-21T11:11:38.750" v="2145"/>
          <ac:spMkLst>
            <pc:docMk/>
            <pc:sldMk cId="402770380" sldId="316"/>
            <ac:spMk id="20" creationId="{CFDF195F-784B-4D00-8C92-6FC1B0499EA1}"/>
          </ac:spMkLst>
        </pc:spChg>
        <pc:picChg chg="add mod ord">
          <ac:chgData name="Abdullahi Saliu" userId="44f647e9d08cd165" providerId="Windows Live" clId="Web-{0A979320-D94B-4C32-B640-8DDD3011EA87}" dt="2025-03-21T11:11:38.750" v="2145"/>
          <ac:picMkLst>
            <pc:docMk/>
            <pc:sldMk cId="402770380" sldId="316"/>
            <ac:picMk id="4" creationId="{1DD89525-B054-3A50-8E33-87005951F752}"/>
          </ac:picMkLst>
        </pc:picChg>
        <pc:picChg chg="add mod">
          <ac:chgData name="Abdullahi Saliu" userId="44f647e9d08cd165" providerId="Windows Live" clId="Web-{0A979320-D94B-4C32-B640-8DDD3011EA87}" dt="2025-03-21T11:11:38.750" v="2145"/>
          <ac:picMkLst>
            <pc:docMk/>
            <pc:sldMk cId="402770380" sldId="316"/>
            <ac:picMk id="5" creationId="{60B7059E-D2B3-0C89-F0D7-AEE19774B094}"/>
          </ac:picMkLst>
        </pc:picChg>
      </pc:sldChg>
      <pc:sldChg chg="addSp delSp modSp new mod setBg">
        <pc:chgData name="Abdullahi Saliu" userId="44f647e9d08cd165" providerId="Windows Live" clId="Web-{0A979320-D94B-4C32-B640-8DDD3011EA87}" dt="2025-03-21T11:13:00.658" v="2184"/>
        <pc:sldMkLst>
          <pc:docMk/>
          <pc:sldMk cId="601006522" sldId="317"/>
        </pc:sldMkLst>
        <pc:spChg chg="mod">
          <ac:chgData name="Abdullahi Saliu" userId="44f647e9d08cd165" providerId="Windows Live" clId="Web-{0A979320-D94B-4C32-B640-8DDD3011EA87}" dt="2025-03-21T11:13:00.658" v="2184"/>
          <ac:spMkLst>
            <pc:docMk/>
            <pc:sldMk cId="601006522" sldId="317"/>
            <ac:spMk id="2" creationId="{5E9BBDB3-B3E6-8F2C-E1E0-2226BD4B5755}"/>
          </ac:spMkLst>
        </pc:spChg>
        <pc:spChg chg="del">
          <ac:chgData name="Abdullahi Saliu" userId="44f647e9d08cd165" providerId="Windows Live" clId="Web-{0A979320-D94B-4C32-B640-8DDD3011EA87}" dt="2025-03-21T11:12:15.235" v="2147"/>
          <ac:spMkLst>
            <pc:docMk/>
            <pc:sldMk cId="601006522" sldId="317"/>
            <ac:spMk id="3" creationId="{43BC7F9F-DB80-EC20-E950-2050A04BA80B}"/>
          </ac:spMkLst>
        </pc:spChg>
        <pc:spChg chg="add">
          <ac:chgData name="Abdullahi Saliu" userId="44f647e9d08cd165" providerId="Windows Live" clId="Web-{0A979320-D94B-4C32-B640-8DDD3011EA87}" dt="2025-03-21T11:13:00.658" v="2184"/>
          <ac:spMkLst>
            <pc:docMk/>
            <pc:sldMk cId="601006522" sldId="317"/>
            <ac:spMk id="9" creationId="{D4771268-CB57-404A-9271-370EB28F6090}"/>
          </ac:spMkLst>
        </pc:spChg>
        <pc:picChg chg="add mod ord">
          <ac:chgData name="Abdullahi Saliu" userId="44f647e9d08cd165" providerId="Windows Live" clId="Web-{0A979320-D94B-4C32-B640-8DDD3011EA87}" dt="2025-03-21T11:13:00.658" v="2184"/>
          <ac:picMkLst>
            <pc:docMk/>
            <pc:sldMk cId="601006522" sldId="317"/>
            <ac:picMk id="4" creationId="{75DA7250-1FD9-1877-4DAF-EC673269AF5A}"/>
          </ac:picMkLst>
        </pc:picChg>
      </pc:sldChg>
      <pc:sldChg chg="addSp delSp modSp new mod setBg">
        <pc:chgData name="Abdullahi Saliu" userId="44f647e9d08cd165" providerId="Windows Live" clId="Web-{0A979320-D94B-4C32-B640-8DDD3011EA87}" dt="2025-03-21T11:14:26.911" v="2225"/>
        <pc:sldMkLst>
          <pc:docMk/>
          <pc:sldMk cId="2526809594" sldId="318"/>
        </pc:sldMkLst>
        <pc:spChg chg="mod">
          <ac:chgData name="Abdullahi Saliu" userId="44f647e9d08cd165" providerId="Windows Live" clId="Web-{0A979320-D94B-4C32-B640-8DDD3011EA87}" dt="2025-03-21T11:14:26.911" v="2225"/>
          <ac:spMkLst>
            <pc:docMk/>
            <pc:sldMk cId="2526809594" sldId="318"/>
            <ac:spMk id="2" creationId="{CAF4F4D4-F26D-E31D-6F6B-0DAC649C8674}"/>
          </ac:spMkLst>
        </pc:spChg>
        <pc:spChg chg="del">
          <ac:chgData name="Abdullahi Saliu" userId="44f647e9d08cd165" providerId="Windows Live" clId="Web-{0A979320-D94B-4C32-B640-8DDD3011EA87}" dt="2025-03-21T11:13:22.675" v="2186"/>
          <ac:spMkLst>
            <pc:docMk/>
            <pc:sldMk cId="2526809594" sldId="318"/>
            <ac:spMk id="3" creationId="{908BEB4D-4FFE-9611-341E-1FDA40E45699}"/>
          </ac:spMkLst>
        </pc:spChg>
        <pc:spChg chg="add">
          <ac:chgData name="Abdullahi Saliu" userId="44f647e9d08cd165" providerId="Windows Live" clId="Web-{0A979320-D94B-4C32-B640-8DDD3011EA87}" dt="2025-03-21T11:14:26.911" v="2225"/>
          <ac:spMkLst>
            <pc:docMk/>
            <pc:sldMk cId="2526809594" sldId="318"/>
            <ac:spMk id="9" creationId="{A4AC5506-6312-4701-8D3C-40187889A947}"/>
          </ac:spMkLst>
        </pc:spChg>
        <pc:picChg chg="add mod ord">
          <ac:chgData name="Abdullahi Saliu" userId="44f647e9d08cd165" providerId="Windows Live" clId="Web-{0A979320-D94B-4C32-B640-8DDD3011EA87}" dt="2025-03-21T11:14:26.911" v="2225"/>
          <ac:picMkLst>
            <pc:docMk/>
            <pc:sldMk cId="2526809594" sldId="318"/>
            <ac:picMk id="4" creationId="{DE20C8AC-15A1-F325-CE3B-401C8A908558}"/>
          </ac:picMkLst>
        </pc:picChg>
      </pc:sldChg>
      <pc:sldChg chg="addSp delSp modSp new mod setBg">
        <pc:chgData name="Abdullahi Saliu" userId="44f647e9d08cd165" providerId="Windows Live" clId="Web-{0A979320-D94B-4C32-B640-8DDD3011EA87}" dt="2025-03-21T11:16:04.992" v="2248"/>
        <pc:sldMkLst>
          <pc:docMk/>
          <pc:sldMk cId="2447054261" sldId="319"/>
        </pc:sldMkLst>
        <pc:spChg chg="mod">
          <ac:chgData name="Abdullahi Saliu" userId="44f647e9d08cd165" providerId="Windows Live" clId="Web-{0A979320-D94B-4C32-B640-8DDD3011EA87}" dt="2025-03-21T11:16:04.992" v="2248"/>
          <ac:spMkLst>
            <pc:docMk/>
            <pc:sldMk cId="2447054261" sldId="319"/>
            <ac:spMk id="2" creationId="{B27CC60B-BCB0-91CD-6F50-5C2EB8070F33}"/>
          </ac:spMkLst>
        </pc:spChg>
        <pc:spChg chg="del">
          <ac:chgData name="Abdullahi Saliu" userId="44f647e9d08cd165" providerId="Windows Live" clId="Web-{0A979320-D94B-4C32-B640-8DDD3011EA87}" dt="2025-03-21T11:14:33.130" v="2227"/>
          <ac:spMkLst>
            <pc:docMk/>
            <pc:sldMk cId="2447054261" sldId="319"/>
            <ac:spMk id="3" creationId="{171F1FFF-FB7F-2D0A-2CAF-368C46FAC77E}"/>
          </ac:spMkLst>
        </pc:spChg>
        <pc:spChg chg="add del">
          <ac:chgData name="Abdullahi Saliu" userId="44f647e9d08cd165" providerId="Windows Live" clId="Web-{0A979320-D94B-4C32-B640-8DDD3011EA87}" dt="2025-03-21T11:15:48.663" v="2246"/>
          <ac:spMkLst>
            <pc:docMk/>
            <pc:sldMk cId="2447054261" sldId="319"/>
            <ac:spMk id="9" creationId="{A4AC5506-6312-4701-8D3C-40187889A947}"/>
          </ac:spMkLst>
        </pc:spChg>
        <pc:spChg chg="add del">
          <ac:chgData name="Abdullahi Saliu" userId="44f647e9d08cd165" providerId="Windows Live" clId="Web-{0A979320-D94B-4C32-B640-8DDD3011EA87}" dt="2025-03-21T11:16:04.992" v="2248"/>
          <ac:spMkLst>
            <pc:docMk/>
            <pc:sldMk cId="2447054261" sldId="319"/>
            <ac:spMk id="14" creationId="{99ED5833-B85B-4103-8A3B-CAB0308E6C15}"/>
          </ac:spMkLst>
        </pc:spChg>
        <pc:spChg chg="add">
          <ac:chgData name="Abdullahi Saliu" userId="44f647e9d08cd165" providerId="Windows Live" clId="Web-{0A979320-D94B-4C32-B640-8DDD3011EA87}" dt="2025-03-21T11:16:04.992" v="2248"/>
          <ac:spMkLst>
            <pc:docMk/>
            <pc:sldMk cId="2447054261" sldId="319"/>
            <ac:spMk id="19" creationId="{A4AC5506-6312-4701-8D3C-40187889A947}"/>
          </ac:spMkLst>
        </pc:spChg>
        <pc:picChg chg="add mod ord">
          <ac:chgData name="Abdullahi Saliu" userId="44f647e9d08cd165" providerId="Windows Live" clId="Web-{0A979320-D94B-4C32-B640-8DDD3011EA87}" dt="2025-03-21T11:16:04.992" v="2248"/>
          <ac:picMkLst>
            <pc:docMk/>
            <pc:sldMk cId="2447054261" sldId="319"/>
            <ac:picMk id="4" creationId="{F3CE01D6-5133-C405-499E-87E85F71F51B}"/>
          </ac:picMkLst>
        </pc:picChg>
        <pc:picChg chg="add del mod">
          <ac:chgData name="Abdullahi Saliu" userId="44f647e9d08cd165" providerId="Windows Live" clId="Web-{0A979320-D94B-4C32-B640-8DDD3011EA87}" dt="2025-03-21T11:16:00.632" v="2247"/>
          <ac:picMkLst>
            <pc:docMk/>
            <pc:sldMk cId="2447054261" sldId="319"/>
            <ac:picMk id="5" creationId="{8505C648-F945-5A7C-782F-7FC7A04C2492}"/>
          </ac:picMkLst>
        </pc:picChg>
      </pc:sldChg>
      <pc:sldChg chg="addSp delSp modSp new mod setBg">
        <pc:chgData name="Abdullahi Saliu" userId="44f647e9d08cd165" providerId="Windows Live" clId="Web-{0A979320-D94B-4C32-B640-8DDD3011EA87}" dt="2025-03-21T11:16:38.852" v="2273"/>
        <pc:sldMkLst>
          <pc:docMk/>
          <pc:sldMk cId="2273484210" sldId="320"/>
        </pc:sldMkLst>
        <pc:spChg chg="mod">
          <ac:chgData name="Abdullahi Saliu" userId="44f647e9d08cd165" providerId="Windows Live" clId="Web-{0A979320-D94B-4C32-B640-8DDD3011EA87}" dt="2025-03-21T11:16:38.852" v="2273"/>
          <ac:spMkLst>
            <pc:docMk/>
            <pc:sldMk cId="2273484210" sldId="320"/>
            <ac:spMk id="2" creationId="{52659075-E4AC-57A4-0FF4-BC288EF0CCB5}"/>
          </ac:spMkLst>
        </pc:spChg>
        <pc:spChg chg="del">
          <ac:chgData name="Abdullahi Saliu" userId="44f647e9d08cd165" providerId="Windows Live" clId="Web-{0A979320-D94B-4C32-B640-8DDD3011EA87}" dt="2025-03-21T11:16:17.648" v="2250"/>
          <ac:spMkLst>
            <pc:docMk/>
            <pc:sldMk cId="2273484210" sldId="320"/>
            <ac:spMk id="3" creationId="{F1C45471-59A6-444D-247F-268E41F0141D}"/>
          </ac:spMkLst>
        </pc:spChg>
        <pc:spChg chg="add">
          <ac:chgData name="Abdullahi Saliu" userId="44f647e9d08cd165" providerId="Windows Live" clId="Web-{0A979320-D94B-4C32-B640-8DDD3011EA87}" dt="2025-03-21T11:16:38.852" v="2273"/>
          <ac:spMkLst>
            <pc:docMk/>
            <pc:sldMk cId="2273484210" sldId="320"/>
            <ac:spMk id="9" creationId="{A4AC5506-6312-4701-8D3C-40187889A947}"/>
          </ac:spMkLst>
        </pc:spChg>
        <pc:picChg chg="add mod ord">
          <ac:chgData name="Abdullahi Saliu" userId="44f647e9d08cd165" providerId="Windows Live" clId="Web-{0A979320-D94B-4C32-B640-8DDD3011EA87}" dt="2025-03-21T11:16:38.852" v="2273"/>
          <ac:picMkLst>
            <pc:docMk/>
            <pc:sldMk cId="2273484210" sldId="320"/>
            <ac:picMk id="4" creationId="{27ACF9DE-DE0F-C948-FAA4-CB0972F8FD67}"/>
          </ac:picMkLst>
        </pc:picChg>
      </pc:sldChg>
      <pc:sldChg chg="addSp delSp modSp new mod setBg">
        <pc:chgData name="Abdullahi Saliu" userId="44f647e9d08cd165" providerId="Windows Live" clId="Web-{0A979320-D94B-4C32-B640-8DDD3011EA87}" dt="2025-03-21T11:17:21.666" v="2295"/>
        <pc:sldMkLst>
          <pc:docMk/>
          <pc:sldMk cId="1784551389" sldId="321"/>
        </pc:sldMkLst>
        <pc:spChg chg="mod">
          <ac:chgData name="Abdullahi Saliu" userId="44f647e9d08cd165" providerId="Windows Live" clId="Web-{0A979320-D94B-4C32-B640-8DDD3011EA87}" dt="2025-03-21T11:17:21.666" v="2295"/>
          <ac:spMkLst>
            <pc:docMk/>
            <pc:sldMk cId="1784551389" sldId="321"/>
            <ac:spMk id="2" creationId="{2C5E9AC3-0A6F-3D48-ACB8-28591A2F8A3C}"/>
          </ac:spMkLst>
        </pc:spChg>
        <pc:spChg chg="del">
          <ac:chgData name="Abdullahi Saliu" userId="44f647e9d08cd165" providerId="Windows Live" clId="Web-{0A979320-D94B-4C32-B640-8DDD3011EA87}" dt="2025-03-21T11:16:59.884" v="2275"/>
          <ac:spMkLst>
            <pc:docMk/>
            <pc:sldMk cId="1784551389" sldId="321"/>
            <ac:spMk id="3" creationId="{DD94805F-209F-EBF7-B35C-7E6BC5D45CE0}"/>
          </ac:spMkLst>
        </pc:spChg>
        <pc:spChg chg="add">
          <ac:chgData name="Abdullahi Saliu" userId="44f647e9d08cd165" providerId="Windows Live" clId="Web-{0A979320-D94B-4C32-B640-8DDD3011EA87}" dt="2025-03-21T11:17:21.666" v="2295"/>
          <ac:spMkLst>
            <pc:docMk/>
            <pc:sldMk cId="1784551389" sldId="321"/>
            <ac:spMk id="9" creationId="{A4AC5506-6312-4701-8D3C-40187889A947}"/>
          </ac:spMkLst>
        </pc:spChg>
        <pc:picChg chg="add mod ord">
          <ac:chgData name="Abdullahi Saliu" userId="44f647e9d08cd165" providerId="Windows Live" clId="Web-{0A979320-D94B-4C32-B640-8DDD3011EA87}" dt="2025-03-21T11:17:21.666" v="2295"/>
          <ac:picMkLst>
            <pc:docMk/>
            <pc:sldMk cId="1784551389" sldId="321"/>
            <ac:picMk id="4" creationId="{545208B1-6F19-9C12-C196-EB40D2E86008}"/>
          </ac:picMkLst>
        </pc:picChg>
      </pc:sldChg>
      <pc:sldChg chg="addSp delSp modSp new mod setBg setClrOvrMap">
        <pc:chgData name="Abdullahi Saliu" userId="44f647e9d08cd165" providerId="Windows Live" clId="Web-{0A979320-D94B-4C32-B640-8DDD3011EA87}" dt="2025-03-21T11:18:04.527" v="2307"/>
        <pc:sldMkLst>
          <pc:docMk/>
          <pc:sldMk cId="4077635112" sldId="322"/>
        </pc:sldMkLst>
        <pc:spChg chg="mod">
          <ac:chgData name="Abdullahi Saliu" userId="44f647e9d08cd165" providerId="Windows Live" clId="Web-{0A979320-D94B-4C32-B640-8DDD3011EA87}" dt="2025-03-21T11:18:04.527" v="2307"/>
          <ac:spMkLst>
            <pc:docMk/>
            <pc:sldMk cId="4077635112" sldId="322"/>
            <ac:spMk id="2" creationId="{922FD952-5748-A6D7-BF3B-701513D72315}"/>
          </ac:spMkLst>
        </pc:spChg>
        <pc:spChg chg="del">
          <ac:chgData name="Abdullahi Saliu" userId="44f647e9d08cd165" providerId="Windows Live" clId="Web-{0A979320-D94B-4C32-B640-8DDD3011EA87}" dt="2025-03-21T11:17:42.417" v="2297"/>
          <ac:spMkLst>
            <pc:docMk/>
            <pc:sldMk cId="4077635112" sldId="322"/>
            <ac:spMk id="3" creationId="{E8CF48E7-C91C-D379-95BB-04A7294001AD}"/>
          </ac:spMkLst>
        </pc:spChg>
        <pc:spChg chg="add">
          <ac:chgData name="Abdullahi Saliu" userId="44f647e9d08cd165" providerId="Windows Live" clId="Web-{0A979320-D94B-4C32-B640-8DDD3011EA87}" dt="2025-03-21T11:18:04.527" v="2307"/>
          <ac:spMkLst>
            <pc:docMk/>
            <pc:sldMk cId="4077635112" sldId="322"/>
            <ac:spMk id="9" creationId="{A4AC5506-6312-4701-8D3C-40187889A947}"/>
          </ac:spMkLst>
        </pc:spChg>
        <pc:picChg chg="add mod ord">
          <ac:chgData name="Abdullahi Saliu" userId="44f647e9d08cd165" providerId="Windows Live" clId="Web-{0A979320-D94B-4C32-B640-8DDD3011EA87}" dt="2025-03-21T11:18:04.527" v="2307"/>
          <ac:picMkLst>
            <pc:docMk/>
            <pc:sldMk cId="4077635112" sldId="322"/>
            <ac:picMk id="4" creationId="{9DBB9F2D-EACE-FDB5-E859-8040349810DC}"/>
          </ac:picMkLst>
        </pc:picChg>
      </pc:sldChg>
      <pc:sldChg chg="addSp delSp modSp new mod setBg">
        <pc:chgData name="Abdullahi Saliu" userId="44f647e9d08cd165" providerId="Windows Live" clId="Web-{0A979320-D94B-4C32-B640-8DDD3011EA87}" dt="2025-03-21T11:19:15.560" v="2338"/>
        <pc:sldMkLst>
          <pc:docMk/>
          <pc:sldMk cId="2297593508" sldId="323"/>
        </pc:sldMkLst>
        <pc:spChg chg="mod">
          <ac:chgData name="Abdullahi Saliu" userId="44f647e9d08cd165" providerId="Windows Live" clId="Web-{0A979320-D94B-4C32-B640-8DDD3011EA87}" dt="2025-03-21T11:19:15.560" v="2338"/>
          <ac:spMkLst>
            <pc:docMk/>
            <pc:sldMk cId="2297593508" sldId="323"/>
            <ac:spMk id="2" creationId="{5549B1CF-87F9-C0A0-EBEA-FE27F8841095}"/>
          </ac:spMkLst>
        </pc:spChg>
        <pc:spChg chg="del">
          <ac:chgData name="Abdullahi Saliu" userId="44f647e9d08cd165" providerId="Windows Live" clId="Web-{0A979320-D94B-4C32-B640-8DDD3011EA87}" dt="2025-03-21T11:18:34.809" v="2309"/>
          <ac:spMkLst>
            <pc:docMk/>
            <pc:sldMk cId="2297593508" sldId="323"/>
            <ac:spMk id="3" creationId="{60A7DAC1-1286-9A94-E088-4A07A5BC27E4}"/>
          </ac:spMkLst>
        </pc:spChg>
        <pc:spChg chg="add">
          <ac:chgData name="Abdullahi Saliu" userId="44f647e9d08cd165" providerId="Windows Live" clId="Web-{0A979320-D94B-4C32-B640-8DDD3011EA87}" dt="2025-03-21T11:19:15.560" v="2338"/>
          <ac:spMkLst>
            <pc:docMk/>
            <pc:sldMk cId="2297593508" sldId="323"/>
            <ac:spMk id="9" creationId="{D4771268-CB57-404A-9271-370EB28F6090}"/>
          </ac:spMkLst>
        </pc:spChg>
        <pc:picChg chg="add mod ord">
          <ac:chgData name="Abdullahi Saliu" userId="44f647e9d08cd165" providerId="Windows Live" clId="Web-{0A979320-D94B-4C32-B640-8DDD3011EA87}" dt="2025-03-21T11:19:15.560" v="2338"/>
          <ac:picMkLst>
            <pc:docMk/>
            <pc:sldMk cId="2297593508" sldId="323"/>
            <ac:picMk id="4" creationId="{1EBFF656-96C4-002B-F3E1-489D208CD931}"/>
          </ac:picMkLst>
        </pc:picChg>
      </pc:sldChg>
      <pc:sldChg chg="addSp delSp modSp new mod setBg">
        <pc:chgData name="Abdullahi Saliu" userId="44f647e9d08cd165" providerId="Windows Live" clId="Web-{0A979320-D94B-4C32-B640-8DDD3011EA87}" dt="2025-03-21T12:48:28.065" v="2456" actId="20577"/>
        <pc:sldMkLst>
          <pc:docMk/>
          <pc:sldMk cId="3302158695" sldId="324"/>
        </pc:sldMkLst>
        <pc:spChg chg="mod">
          <ac:chgData name="Abdullahi Saliu" userId="44f647e9d08cd165" providerId="Windows Live" clId="Web-{0A979320-D94B-4C32-B640-8DDD3011EA87}" dt="2025-03-21T12:48:28.065" v="2456" actId="20577"/>
          <ac:spMkLst>
            <pc:docMk/>
            <pc:sldMk cId="3302158695" sldId="324"/>
            <ac:spMk id="2" creationId="{5C01937D-488C-DC37-36C1-528F1C485646}"/>
          </ac:spMkLst>
        </pc:spChg>
        <pc:spChg chg="del">
          <ac:chgData name="Abdullahi Saliu" userId="44f647e9d08cd165" providerId="Windows Live" clId="Web-{0A979320-D94B-4C32-B640-8DDD3011EA87}" dt="2025-03-21T12:45:00.948" v="2381"/>
          <ac:spMkLst>
            <pc:docMk/>
            <pc:sldMk cId="3302158695" sldId="324"/>
            <ac:spMk id="3" creationId="{EA0057E1-0293-5A0D-645F-DE22484C712B}"/>
          </ac:spMkLst>
        </pc:spChg>
        <pc:spChg chg="add">
          <ac:chgData name="Abdullahi Saliu" userId="44f647e9d08cd165" providerId="Windows Live" clId="Web-{0A979320-D94B-4C32-B640-8DDD3011EA87}" dt="2025-03-21T12:45:16.683" v="2383"/>
          <ac:spMkLst>
            <pc:docMk/>
            <pc:sldMk cId="3302158695" sldId="324"/>
            <ac:spMk id="9" creationId="{A8384FB5-9ADC-4DDC-881B-597D56F5B15D}"/>
          </ac:spMkLst>
        </pc:spChg>
        <pc:spChg chg="add">
          <ac:chgData name="Abdullahi Saliu" userId="44f647e9d08cd165" providerId="Windows Live" clId="Web-{0A979320-D94B-4C32-B640-8DDD3011EA87}" dt="2025-03-21T12:45:16.683" v="2383"/>
          <ac:spMkLst>
            <pc:docMk/>
            <pc:sldMk cId="3302158695" sldId="324"/>
            <ac:spMk id="11" creationId="{91E5A9A7-95C6-4F4F-B00E-C82E07FE62EF}"/>
          </ac:spMkLst>
        </pc:spChg>
        <pc:spChg chg="add">
          <ac:chgData name="Abdullahi Saliu" userId="44f647e9d08cd165" providerId="Windows Live" clId="Web-{0A979320-D94B-4C32-B640-8DDD3011EA87}" dt="2025-03-21T12:45:16.683" v="2383"/>
          <ac:spMkLst>
            <pc:docMk/>
            <pc:sldMk cId="3302158695" sldId="324"/>
            <ac:spMk id="13" creationId="{D07DD2DE-F619-49DD-B5E7-03A290FF4ED1}"/>
          </ac:spMkLst>
        </pc:spChg>
        <pc:spChg chg="add">
          <ac:chgData name="Abdullahi Saliu" userId="44f647e9d08cd165" providerId="Windows Live" clId="Web-{0A979320-D94B-4C32-B640-8DDD3011EA87}" dt="2025-03-21T12:45:16.683" v="2383"/>
          <ac:spMkLst>
            <pc:docMk/>
            <pc:sldMk cId="3302158695" sldId="324"/>
            <ac:spMk id="15" creationId="{85149191-5F60-4A28-AAFF-039F96B0F3EC}"/>
          </ac:spMkLst>
        </pc:spChg>
        <pc:spChg chg="add">
          <ac:chgData name="Abdullahi Saliu" userId="44f647e9d08cd165" providerId="Windows Live" clId="Web-{0A979320-D94B-4C32-B640-8DDD3011EA87}" dt="2025-03-21T12:45:16.683" v="2383"/>
          <ac:spMkLst>
            <pc:docMk/>
            <pc:sldMk cId="3302158695" sldId="324"/>
            <ac:spMk id="17" creationId="{F8260ED5-17F7-4158-B241-D51DD4CF1B7E}"/>
          </ac:spMkLst>
        </pc:spChg>
        <pc:picChg chg="add mod ord">
          <ac:chgData name="Abdullahi Saliu" userId="44f647e9d08cd165" providerId="Windows Live" clId="Web-{0A979320-D94B-4C32-B640-8DDD3011EA87}" dt="2025-03-21T12:45:16.683" v="2383"/>
          <ac:picMkLst>
            <pc:docMk/>
            <pc:sldMk cId="3302158695" sldId="324"/>
            <ac:picMk id="4" creationId="{F7746B4E-981E-FBD1-4C20-1F827FF23BE2}"/>
          </ac:picMkLst>
        </pc:picChg>
      </pc:sldChg>
      <pc:sldChg chg="addSp delSp modSp new mod setBg">
        <pc:chgData name="Abdullahi Saliu" userId="44f647e9d08cd165" providerId="Windows Live" clId="Web-{0A979320-D94B-4C32-B640-8DDD3011EA87}" dt="2025-03-21T12:47:37.547" v="2439"/>
        <pc:sldMkLst>
          <pc:docMk/>
          <pc:sldMk cId="2771586580" sldId="325"/>
        </pc:sldMkLst>
        <pc:spChg chg="mod">
          <ac:chgData name="Abdullahi Saliu" userId="44f647e9d08cd165" providerId="Windows Live" clId="Web-{0A979320-D94B-4C32-B640-8DDD3011EA87}" dt="2025-03-21T12:47:37.547" v="2439"/>
          <ac:spMkLst>
            <pc:docMk/>
            <pc:sldMk cId="2771586580" sldId="325"/>
            <ac:spMk id="2" creationId="{9F98AA6F-9FA5-1DD1-D502-F330B307C029}"/>
          </ac:spMkLst>
        </pc:spChg>
        <pc:spChg chg="del">
          <ac:chgData name="Abdullahi Saliu" userId="44f647e9d08cd165" providerId="Windows Live" clId="Web-{0A979320-D94B-4C32-B640-8DDD3011EA87}" dt="2025-03-21T12:46:52.108" v="2416"/>
          <ac:spMkLst>
            <pc:docMk/>
            <pc:sldMk cId="2771586580" sldId="325"/>
            <ac:spMk id="3" creationId="{16A2D319-9F60-2CAB-5D9D-76E36CCA32A0}"/>
          </ac:spMkLst>
        </pc:spChg>
        <pc:spChg chg="add">
          <ac:chgData name="Abdullahi Saliu" userId="44f647e9d08cd165" providerId="Windows Live" clId="Web-{0A979320-D94B-4C32-B640-8DDD3011EA87}" dt="2025-03-21T12:47:37.547" v="2439"/>
          <ac:spMkLst>
            <pc:docMk/>
            <pc:sldMk cId="2771586580" sldId="325"/>
            <ac:spMk id="9" creationId="{A8384FB5-9ADC-4DDC-881B-597D56F5B15D}"/>
          </ac:spMkLst>
        </pc:spChg>
        <pc:spChg chg="add">
          <ac:chgData name="Abdullahi Saliu" userId="44f647e9d08cd165" providerId="Windows Live" clId="Web-{0A979320-D94B-4C32-B640-8DDD3011EA87}" dt="2025-03-21T12:47:37.547" v="2439"/>
          <ac:spMkLst>
            <pc:docMk/>
            <pc:sldMk cId="2771586580" sldId="325"/>
            <ac:spMk id="11" creationId="{1199E1B1-A8C0-4FE8-A5A8-1CB41D69F857}"/>
          </ac:spMkLst>
        </pc:spChg>
        <pc:spChg chg="add">
          <ac:chgData name="Abdullahi Saliu" userId="44f647e9d08cd165" providerId="Windows Live" clId="Web-{0A979320-D94B-4C32-B640-8DDD3011EA87}" dt="2025-03-21T12:47:37.547" v="2439"/>
          <ac:spMkLst>
            <pc:docMk/>
            <pc:sldMk cId="2771586580" sldId="325"/>
            <ac:spMk id="13" creationId="{84A8DE83-DE75-4B41-9DB4-A7EC0B0DEC0B}"/>
          </ac:spMkLst>
        </pc:spChg>
        <pc:spChg chg="add">
          <ac:chgData name="Abdullahi Saliu" userId="44f647e9d08cd165" providerId="Windows Live" clId="Web-{0A979320-D94B-4C32-B640-8DDD3011EA87}" dt="2025-03-21T12:47:37.547" v="2439"/>
          <ac:spMkLst>
            <pc:docMk/>
            <pc:sldMk cId="2771586580" sldId="325"/>
            <ac:spMk id="15" creationId="{A7009A0A-BEF5-4EAC-AF15-E4F9F002E239}"/>
          </ac:spMkLst>
        </pc:spChg>
        <pc:picChg chg="add mod ord">
          <ac:chgData name="Abdullahi Saliu" userId="44f647e9d08cd165" providerId="Windows Live" clId="Web-{0A979320-D94B-4C32-B640-8DDD3011EA87}" dt="2025-03-21T12:47:37.547" v="2439"/>
          <ac:picMkLst>
            <pc:docMk/>
            <pc:sldMk cId="2771586580" sldId="325"/>
            <ac:picMk id="4" creationId="{CAEA02F2-9E4D-1209-31C1-12C83CA0E270}"/>
          </ac:picMkLst>
        </pc:picChg>
      </pc:sldChg>
      <pc:sldChg chg="addSp delSp modSp new mod setBg">
        <pc:chgData name="Abdullahi Saliu" userId="44f647e9d08cd165" providerId="Windows Live" clId="Web-{0A979320-D94B-4C32-B640-8DDD3011EA87}" dt="2025-03-21T12:50:19.365" v="2529"/>
        <pc:sldMkLst>
          <pc:docMk/>
          <pc:sldMk cId="3291008123" sldId="326"/>
        </pc:sldMkLst>
        <pc:spChg chg="mod">
          <ac:chgData name="Abdullahi Saliu" userId="44f647e9d08cd165" providerId="Windows Live" clId="Web-{0A979320-D94B-4C32-B640-8DDD3011EA87}" dt="2025-03-21T12:50:19.365" v="2529"/>
          <ac:spMkLst>
            <pc:docMk/>
            <pc:sldMk cId="3291008123" sldId="326"/>
            <ac:spMk id="2" creationId="{46C2BD13-6663-4BAE-24A8-8403726559BA}"/>
          </ac:spMkLst>
        </pc:spChg>
        <pc:spChg chg="del">
          <ac:chgData name="Abdullahi Saliu" userId="44f647e9d08cd165" providerId="Windows Live" clId="Web-{0A979320-D94B-4C32-B640-8DDD3011EA87}" dt="2025-03-21T12:50:12.459" v="2528"/>
          <ac:spMkLst>
            <pc:docMk/>
            <pc:sldMk cId="3291008123" sldId="326"/>
            <ac:spMk id="3" creationId="{5AFCAB11-509A-5ACE-62BD-D5A70F39D652}"/>
          </ac:spMkLst>
        </pc:spChg>
        <pc:spChg chg="add">
          <ac:chgData name="Abdullahi Saliu" userId="44f647e9d08cd165" providerId="Windows Live" clId="Web-{0A979320-D94B-4C32-B640-8DDD3011EA87}" dt="2025-03-21T12:50:19.365" v="2529"/>
          <ac:spMkLst>
            <pc:docMk/>
            <pc:sldMk cId="3291008123" sldId="326"/>
            <ac:spMk id="9" creationId="{A8384FB5-9ADC-4DDC-881B-597D56F5B15D}"/>
          </ac:spMkLst>
        </pc:spChg>
        <pc:spChg chg="add">
          <ac:chgData name="Abdullahi Saliu" userId="44f647e9d08cd165" providerId="Windows Live" clId="Web-{0A979320-D94B-4C32-B640-8DDD3011EA87}" dt="2025-03-21T12:50:19.365" v="2529"/>
          <ac:spMkLst>
            <pc:docMk/>
            <pc:sldMk cId="3291008123" sldId="326"/>
            <ac:spMk id="11" creationId="{91E5A9A7-95C6-4F4F-B00E-C82E07FE62EF}"/>
          </ac:spMkLst>
        </pc:spChg>
        <pc:spChg chg="add">
          <ac:chgData name="Abdullahi Saliu" userId="44f647e9d08cd165" providerId="Windows Live" clId="Web-{0A979320-D94B-4C32-B640-8DDD3011EA87}" dt="2025-03-21T12:50:19.365" v="2529"/>
          <ac:spMkLst>
            <pc:docMk/>
            <pc:sldMk cId="3291008123" sldId="326"/>
            <ac:spMk id="13" creationId="{D07DD2DE-F619-49DD-B5E7-03A290FF4ED1}"/>
          </ac:spMkLst>
        </pc:spChg>
        <pc:spChg chg="add">
          <ac:chgData name="Abdullahi Saliu" userId="44f647e9d08cd165" providerId="Windows Live" clId="Web-{0A979320-D94B-4C32-B640-8DDD3011EA87}" dt="2025-03-21T12:50:19.365" v="2529"/>
          <ac:spMkLst>
            <pc:docMk/>
            <pc:sldMk cId="3291008123" sldId="326"/>
            <ac:spMk id="15" creationId="{85149191-5F60-4A28-AAFF-039F96B0F3EC}"/>
          </ac:spMkLst>
        </pc:spChg>
        <pc:spChg chg="add">
          <ac:chgData name="Abdullahi Saliu" userId="44f647e9d08cd165" providerId="Windows Live" clId="Web-{0A979320-D94B-4C32-B640-8DDD3011EA87}" dt="2025-03-21T12:50:19.365" v="2529"/>
          <ac:spMkLst>
            <pc:docMk/>
            <pc:sldMk cId="3291008123" sldId="326"/>
            <ac:spMk id="17" creationId="{F8260ED5-17F7-4158-B241-D51DD4CF1B7E}"/>
          </ac:spMkLst>
        </pc:spChg>
        <pc:picChg chg="add mod ord">
          <ac:chgData name="Abdullahi Saliu" userId="44f647e9d08cd165" providerId="Windows Live" clId="Web-{0A979320-D94B-4C32-B640-8DDD3011EA87}" dt="2025-03-21T12:50:19.365" v="2529"/>
          <ac:picMkLst>
            <pc:docMk/>
            <pc:sldMk cId="3291008123" sldId="326"/>
            <ac:picMk id="4" creationId="{D14C857F-C82A-5653-0175-BBF120DE573A}"/>
          </ac:picMkLst>
        </pc:picChg>
      </pc:sldChg>
      <pc:sldChg chg="addSp delSp modSp new mod setBg">
        <pc:chgData name="Abdullahi Saliu" userId="44f647e9d08cd165" providerId="Windows Live" clId="Web-{0A979320-D94B-4C32-B640-8DDD3011EA87}" dt="2025-03-21T12:51:33.149" v="2547"/>
        <pc:sldMkLst>
          <pc:docMk/>
          <pc:sldMk cId="2307887191" sldId="327"/>
        </pc:sldMkLst>
        <pc:spChg chg="mod">
          <ac:chgData name="Abdullahi Saliu" userId="44f647e9d08cd165" providerId="Windows Live" clId="Web-{0A979320-D94B-4C32-B640-8DDD3011EA87}" dt="2025-03-21T12:51:33.149" v="2547"/>
          <ac:spMkLst>
            <pc:docMk/>
            <pc:sldMk cId="2307887191" sldId="327"/>
            <ac:spMk id="2" creationId="{5FCE1778-8283-BD1B-53DE-D54226FA0D17}"/>
          </ac:spMkLst>
        </pc:spChg>
        <pc:spChg chg="del">
          <ac:chgData name="Abdullahi Saliu" userId="44f647e9d08cd165" providerId="Windows Live" clId="Web-{0A979320-D94B-4C32-B640-8DDD3011EA87}" dt="2025-03-21T12:51:07.492" v="2533"/>
          <ac:spMkLst>
            <pc:docMk/>
            <pc:sldMk cId="2307887191" sldId="327"/>
            <ac:spMk id="3" creationId="{07EB64BE-B126-36AE-872F-5F3A1B177879}"/>
          </ac:spMkLst>
        </pc:spChg>
        <pc:spChg chg="add">
          <ac:chgData name="Abdullahi Saliu" userId="44f647e9d08cd165" providerId="Windows Live" clId="Web-{0A979320-D94B-4C32-B640-8DDD3011EA87}" dt="2025-03-21T12:51:33.149" v="2547"/>
          <ac:spMkLst>
            <pc:docMk/>
            <pc:sldMk cId="2307887191" sldId="327"/>
            <ac:spMk id="9" creationId="{A8384FB5-9ADC-4DDC-881B-597D56F5B15D}"/>
          </ac:spMkLst>
        </pc:spChg>
        <pc:spChg chg="add">
          <ac:chgData name="Abdullahi Saliu" userId="44f647e9d08cd165" providerId="Windows Live" clId="Web-{0A979320-D94B-4C32-B640-8DDD3011EA87}" dt="2025-03-21T12:51:33.149" v="2547"/>
          <ac:spMkLst>
            <pc:docMk/>
            <pc:sldMk cId="2307887191" sldId="327"/>
            <ac:spMk id="11" creationId="{1199E1B1-A8C0-4FE8-A5A8-1CB41D69F857}"/>
          </ac:spMkLst>
        </pc:spChg>
        <pc:spChg chg="add">
          <ac:chgData name="Abdullahi Saliu" userId="44f647e9d08cd165" providerId="Windows Live" clId="Web-{0A979320-D94B-4C32-B640-8DDD3011EA87}" dt="2025-03-21T12:51:33.149" v="2547"/>
          <ac:spMkLst>
            <pc:docMk/>
            <pc:sldMk cId="2307887191" sldId="327"/>
            <ac:spMk id="13" creationId="{84A8DE83-DE75-4B41-9DB4-A7EC0B0DEC0B}"/>
          </ac:spMkLst>
        </pc:spChg>
        <pc:spChg chg="add">
          <ac:chgData name="Abdullahi Saliu" userId="44f647e9d08cd165" providerId="Windows Live" clId="Web-{0A979320-D94B-4C32-B640-8DDD3011EA87}" dt="2025-03-21T12:51:33.149" v="2547"/>
          <ac:spMkLst>
            <pc:docMk/>
            <pc:sldMk cId="2307887191" sldId="327"/>
            <ac:spMk id="15" creationId="{A7009A0A-BEF5-4EAC-AF15-E4F9F002E239}"/>
          </ac:spMkLst>
        </pc:spChg>
        <pc:picChg chg="add mod ord">
          <ac:chgData name="Abdullahi Saliu" userId="44f647e9d08cd165" providerId="Windows Live" clId="Web-{0A979320-D94B-4C32-B640-8DDD3011EA87}" dt="2025-03-21T12:51:33.149" v="2547"/>
          <ac:picMkLst>
            <pc:docMk/>
            <pc:sldMk cId="2307887191" sldId="327"/>
            <ac:picMk id="4" creationId="{BA620E7A-97CE-2C51-CF0B-1F3732CBF16C}"/>
          </ac:picMkLst>
        </pc:picChg>
      </pc:sldChg>
      <pc:sldChg chg="addSp delSp modSp new mod setBg">
        <pc:chgData name="Abdullahi Saliu" userId="44f647e9d08cd165" providerId="Windows Live" clId="Web-{0A979320-D94B-4C32-B640-8DDD3011EA87}" dt="2025-03-21T12:52:27.260" v="2575"/>
        <pc:sldMkLst>
          <pc:docMk/>
          <pc:sldMk cId="1043603731" sldId="328"/>
        </pc:sldMkLst>
        <pc:spChg chg="mod">
          <ac:chgData name="Abdullahi Saliu" userId="44f647e9d08cd165" providerId="Windows Live" clId="Web-{0A979320-D94B-4C32-B640-8DDD3011EA87}" dt="2025-03-21T12:52:27.260" v="2575"/>
          <ac:spMkLst>
            <pc:docMk/>
            <pc:sldMk cId="1043603731" sldId="328"/>
            <ac:spMk id="2" creationId="{B3FBAC8A-5708-6CE9-020B-391557CE9805}"/>
          </ac:spMkLst>
        </pc:spChg>
        <pc:spChg chg="del">
          <ac:chgData name="Abdullahi Saliu" userId="44f647e9d08cd165" providerId="Windows Live" clId="Web-{0A979320-D94B-4C32-B640-8DDD3011EA87}" dt="2025-03-21T12:52:15.916" v="2574"/>
          <ac:spMkLst>
            <pc:docMk/>
            <pc:sldMk cId="1043603731" sldId="328"/>
            <ac:spMk id="3" creationId="{08553D49-590A-9099-6C69-C82B02809FC4}"/>
          </ac:spMkLst>
        </pc:spChg>
        <pc:spChg chg="add">
          <ac:chgData name="Abdullahi Saliu" userId="44f647e9d08cd165" providerId="Windows Live" clId="Web-{0A979320-D94B-4C32-B640-8DDD3011EA87}" dt="2025-03-21T12:52:27.260" v="2575"/>
          <ac:spMkLst>
            <pc:docMk/>
            <pc:sldMk cId="1043603731" sldId="328"/>
            <ac:spMk id="9" creationId="{A8384FB5-9ADC-4DDC-881B-597D56F5B15D}"/>
          </ac:spMkLst>
        </pc:spChg>
        <pc:spChg chg="add">
          <ac:chgData name="Abdullahi Saliu" userId="44f647e9d08cd165" providerId="Windows Live" clId="Web-{0A979320-D94B-4C32-B640-8DDD3011EA87}" dt="2025-03-21T12:52:27.260" v="2575"/>
          <ac:spMkLst>
            <pc:docMk/>
            <pc:sldMk cId="1043603731" sldId="328"/>
            <ac:spMk id="11" creationId="{91E5A9A7-95C6-4F4F-B00E-C82E07FE62EF}"/>
          </ac:spMkLst>
        </pc:spChg>
        <pc:spChg chg="add">
          <ac:chgData name="Abdullahi Saliu" userId="44f647e9d08cd165" providerId="Windows Live" clId="Web-{0A979320-D94B-4C32-B640-8DDD3011EA87}" dt="2025-03-21T12:52:27.260" v="2575"/>
          <ac:spMkLst>
            <pc:docMk/>
            <pc:sldMk cId="1043603731" sldId="328"/>
            <ac:spMk id="13" creationId="{D07DD2DE-F619-49DD-B5E7-03A290FF4ED1}"/>
          </ac:spMkLst>
        </pc:spChg>
        <pc:spChg chg="add">
          <ac:chgData name="Abdullahi Saliu" userId="44f647e9d08cd165" providerId="Windows Live" clId="Web-{0A979320-D94B-4C32-B640-8DDD3011EA87}" dt="2025-03-21T12:52:27.260" v="2575"/>
          <ac:spMkLst>
            <pc:docMk/>
            <pc:sldMk cId="1043603731" sldId="328"/>
            <ac:spMk id="15" creationId="{85149191-5F60-4A28-AAFF-039F96B0F3EC}"/>
          </ac:spMkLst>
        </pc:spChg>
        <pc:spChg chg="add">
          <ac:chgData name="Abdullahi Saliu" userId="44f647e9d08cd165" providerId="Windows Live" clId="Web-{0A979320-D94B-4C32-B640-8DDD3011EA87}" dt="2025-03-21T12:52:27.260" v="2575"/>
          <ac:spMkLst>
            <pc:docMk/>
            <pc:sldMk cId="1043603731" sldId="328"/>
            <ac:spMk id="17" creationId="{F8260ED5-17F7-4158-B241-D51DD4CF1B7E}"/>
          </ac:spMkLst>
        </pc:spChg>
        <pc:picChg chg="add mod ord">
          <ac:chgData name="Abdullahi Saliu" userId="44f647e9d08cd165" providerId="Windows Live" clId="Web-{0A979320-D94B-4C32-B640-8DDD3011EA87}" dt="2025-03-21T12:52:27.260" v="2575"/>
          <ac:picMkLst>
            <pc:docMk/>
            <pc:sldMk cId="1043603731" sldId="328"/>
            <ac:picMk id="4" creationId="{C6B001D8-2661-1454-5131-BCAA8DDD7277}"/>
          </ac:picMkLst>
        </pc:picChg>
      </pc:sldChg>
      <pc:sldChg chg="addSp delSp modSp new mod setBg">
        <pc:chgData name="Abdullahi Saliu" userId="44f647e9d08cd165" providerId="Windows Live" clId="Web-{0A979320-D94B-4C32-B640-8DDD3011EA87}" dt="2025-03-21T12:53:56.826" v="2617"/>
        <pc:sldMkLst>
          <pc:docMk/>
          <pc:sldMk cId="610660506" sldId="329"/>
        </pc:sldMkLst>
        <pc:spChg chg="mod">
          <ac:chgData name="Abdullahi Saliu" userId="44f647e9d08cd165" providerId="Windows Live" clId="Web-{0A979320-D94B-4C32-B640-8DDD3011EA87}" dt="2025-03-21T12:53:56.826" v="2617"/>
          <ac:spMkLst>
            <pc:docMk/>
            <pc:sldMk cId="610660506" sldId="329"/>
            <ac:spMk id="2" creationId="{9A75BAF1-B393-4F2E-0F1A-FF2687D1016E}"/>
          </ac:spMkLst>
        </pc:spChg>
        <pc:spChg chg="del">
          <ac:chgData name="Abdullahi Saliu" userId="44f647e9d08cd165" providerId="Windows Live" clId="Web-{0A979320-D94B-4C32-B640-8DDD3011EA87}" dt="2025-03-21T12:52:53.418" v="2577"/>
          <ac:spMkLst>
            <pc:docMk/>
            <pc:sldMk cId="610660506" sldId="329"/>
            <ac:spMk id="3" creationId="{03A9C1AB-37FC-4F61-74BD-C71D09C6886F}"/>
          </ac:spMkLst>
        </pc:spChg>
        <pc:spChg chg="add del">
          <ac:chgData name="Abdullahi Saliu" userId="44f647e9d08cd165" providerId="Windows Live" clId="Web-{0A979320-D94B-4C32-B640-8DDD3011EA87}" dt="2025-03-21T12:53:56.810" v="2616"/>
          <ac:spMkLst>
            <pc:docMk/>
            <pc:sldMk cId="610660506" sldId="329"/>
            <ac:spMk id="8" creationId="{B2F42677-5DED-9C11-9CA0-04709DCB3954}"/>
          </ac:spMkLst>
        </pc:spChg>
        <pc:spChg chg="add">
          <ac:chgData name="Abdullahi Saliu" userId="44f647e9d08cd165" providerId="Windows Live" clId="Web-{0A979320-D94B-4C32-B640-8DDD3011EA87}" dt="2025-03-21T12:53:56.826" v="2617"/>
          <ac:spMkLst>
            <pc:docMk/>
            <pc:sldMk cId="610660506" sldId="329"/>
            <ac:spMk id="9" creationId="{A8384FB5-9ADC-4DDC-881B-597D56F5B15D}"/>
          </ac:spMkLst>
        </pc:spChg>
        <pc:spChg chg="add del">
          <ac:chgData name="Abdullahi Saliu" userId="44f647e9d08cd165" providerId="Windows Live" clId="Web-{0A979320-D94B-4C32-B640-8DDD3011EA87}" dt="2025-03-21T12:53:56.810" v="2616"/>
          <ac:spMkLst>
            <pc:docMk/>
            <pc:sldMk cId="610660506" sldId="329"/>
            <ac:spMk id="11" creationId="{D7A453D2-15D8-4403-815F-291FA16340D9}"/>
          </ac:spMkLst>
        </pc:spChg>
        <pc:spChg chg="add del">
          <ac:chgData name="Abdullahi Saliu" userId="44f647e9d08cd165" providerId="Windows Live" clId="Web-{0A979320-D94B-4C32-B640-8DDD3011EA87}" dt="2025-03-21T12:53:56.810" v="2616"/>
          <ac:spMkLst>
            <pc:docMk/>
            <pc:sldMk cId="610660506" sldId="329"/>
            <ac:spMk id="13" creationId="{8161EA6B-09CA-445B-AB0D-8DF76FA92DEF}"/>
          </ac:spMkLst>
        </pc:spChg>
        <pc:spChg chg="add">
          <ac:chgData name="Abdullahi Saliu" userId="44f647e9d08cd165" providerId="Windows Live" clId="Web-{0A979320-D94B-4C32-B640-8DDD3011EA87}" dt="2025-03-21T12:53:56.826" v="2617"/>
          <ac:spMkLst>
            <pc:docMk/>
            <pc:sldMk cId="610660506" sldId="329"/>
            <ac:spMk id="17" creationId="{F8260ED5-17F7-4158-B241-D51DD4CF1B7E}"/>
          </ac:spMkLst>
        </pc:spChg>
        <pc:spChg chg="add del">
          <ac:chgData name="Abdullahi Saliu" userId="44f647e9d08cd165" providerId="Windows Live" clId="Web-{0A979320-D94B-4C32-B640-8DDD3011EA87}" dt="2025-03-21T12:53:56.810" v="2616"/>
          <ac:spMkLst>
            <pc:docMk/>
            <pc:sldMk cId="610660506" sldId="329"/>
            <ac:spMk id="23" creationId="{B8114C98-A349-4111-A123-E8EAB86ABE30}"/>
          </ac:spMkLst>
        </pc:spChg>
        <pc:spChg chg="add del">
          <ac:chgData name="Abdullahi Saliu" userId="44f647e9d08cd165" providerId="Windows Live" clId="Web-{0A979320-D94B-4C32-B640-8DDD3011EA87}" dt="2025-03-21T12:53:56.810" v="2616"/>
          <ac:spMkLst>
            <pc:docMk/>
            <pc:sldMk cId="610660506" sldId="329"/>
            <ac:spMk id="31" creationId="{E2D3D3F2-ABBB-4453-B1C5-1BEBF7E4DD56}"/>
          </ac:spMkLst>
        </pc:spChg>
        <pc:spChg chg="add">
          <ac:chgData name="Abdullahi Saliu" userId="44f647e9d08cd165" providerId="Windows Live" clId="Web-{0A979320-D94B-4C32-B640-8DDD3011EA87}" dt="2025-03-21T12:53:56.826" v="2617"/>
          <ac:spMkLst>
            <pc:docMk/>
            <pc:sldMk cId="610660506" sldId="329"/>
            <ac:spMk id="45" creationId="{91E5A9A7-95C6-4F4F-B00E-C82E07FE62EF}"/>
          </ac:spMkLst>
        </pc:spChg>
        <pc:spChg chg="add">
          <ac:chgData name="Abdullahi Saliu" userId="44f647e9d08cd165" providerId="Windows Live" clId="Web-{0A979320-D94B-4C32-B640-8DDD3011EA87}" dt="2025-03-21T12:53:56.826" v="2617"/>
          <ac:spMkLst>
            <pc:docMk/>
            <pc:sldMk cId="610660506" sldId="329"/>
            <ac:spMk id="46" creationId="{D07DD2DE-F619-49DD-B5E7-03A290FF4ED1}"/>
          </ac:spMkLst>
        </pc:spChg>
        <pc:spChg chg="add">
          <ac:chgData name="Abdullahi Saliu" userId="44f647e9d08cd165" providerId="Windows Live" clId="Web-{0A979320-D94B-4C32-B640-8DDD3011EA87}" dt="2025-03-21T12:53:56.826" v="2617"/>
          <ac:spMkLst>
            <pc:docMk/>
            <pc:sldMk cId="610660506" sldId="329"/>
            <ac:spMk id="47" creationId="{85149191-5F60-4A28-AAFF-039F96B0F3EC}"/>
          </ac:spMkLst>
        </pc:spChg>
        <pc:grpChg chg="add del">
          <ac:chgData name="Abdullahi Saliu" userId="44f647e9d08cd165" providerId="Windows Live" clId="Web-{0A979320-D94B-4C32-B640-8DDD3011EA87}" dt="2025-03-21T12:53:56.810" v="2616"/>
          <ac:grpSpMkLst>
            <pc:docMk/>
            <pc:sldMk cId="610660506" sldId="329"/>
            <ac:grpSpMk id="15" creationId="{B352BBB9-69A8-405C-9209-A9FE217AEDC4}"/>
          </ac:grpSpMkLst>
        </pc:grpChg>
        <pc:grpChg chg="add del">
          <ac:chgData name="Abdullahi Saliu" userId="44f647e9d08cd165" providerId="Windows Live" clId="Web-{0A979320-D94B-4C32-B640-8DDD3011EA87}" dt="2025-03-21T12:53:56.810" v="2616"/>
          <ac:grpSpMkLst>
            <pc:docMk/>
            <pc:sldMk cId="610660506" sldId="329"/>
            <ac:grpSpMk id="25" creationId="{670FB431-AE18-414D-92F4-1D12D1991152}"/>
          </ac:grpSpMkLst>
        </pc:grpChg>
        <pc:grpChg chg="add">
          <ac:chgData name="Abdullahi Saliu" userId="44f647e9d08cd165" providerId="Windows Live" clId="Web-{0A979320-D94B-4C32-B640-8DDD3011EA87}" dt="2025-03-21T12:53:45.763" v="2615"/>
          <ac:grpSpMkLst>
            <pc:docMk/>
            <pc:sldMk cId="610660506" sldId="329"/>
            <ac:grpSpMk id="33" creationId="{8214E4A5-A0D2-42C4-8D14-D2A7E495F041}"/>
          </ac:grpSpMkLst>
        </pc:grpChg>
        <pc:grpChg chg="del">
          <ac:chgData name="Abdullahi Saliu" userId="44f647e9d08cd165" providerId="Windows Live" clId="Web-{0A979320-D94B-4C32-B640-8DDD3011EA87}" dt="2025-03-21T12:53:56.810" v="2616"/>
          <ac:grpSpMkLst>
            <pc:docMk/>
            <pc:sldMk cId="610660506" sldId="329"/>
            <ac:grpSpMk id="39" creationId="{AF19A774-30A5-488B-9BAF-629C6440294E}"/>
          </ac:grpSpMkLst>
        </pc:grpChg>
        <pc:picChg chg="add mod ord">
          <ac:chgData name="Abdullahi Saliu" userId="44f647e9d08cd165" providerId="Windows Live" clId="Web-{0A979320-D94B-4C32-B640-8DDD3011EA87}" dt="2025-03-21T12:53:56.826" v="2617"/>
          <ac:picMkLst>
            <pc:docMk/>
            <pc:sldMk cId="610660506" sldId="329"/>
            <ac:picMk id="4" creationId="{E42499B9-072D-FA8B-4D84-926183CCC521}"/>
          </ac:picMkLst>
        </pc:picChg>
      </pc:sldChg>
      <pc:sldChg chg="addSp delSp modSp new mod setBg">
        <pc:chgData name="Abdullahi Saliu" userId="44f647e9d08cd165" providerId="Windows Live" clId="Web-{0A979320-D94B-4C32-B640-8DDD3011EA87}" dt="2025-03-21T12:59:28.150" v="2771" actId="20577"/>
        <pc:sldMkLst>
          <pc:docMk/>
          <pc:sldMk cId="3755362265" sldId="330"/>
        </pc:sldMkLst>
        <pc:spChg chg="mod">
          <ac:chgData name="Abdullahi Saliu" userId="44f647e9d08cd165" providerId="Windows Live" clId="Web-{0A979320-D94B-4C32-B640-8DDD3011EA87}" dt="2025-03-21T12:59:28.150" v="2771" actId="20577"/>
          <ac:spMkLst>
            <pc:docMk/>
            <pc:sldMk cId="3755362265" sldId="330"/>
            <ac:spMk id="2" creationId="{0A2706C1-C6E0-23FD-54B9-C80903779FDD}"/>
          </ac:spMkLst>
        </pc:spChg>
        <pc:spChg chg="del">
          <ac:chgData name="Abdullahi Saliu" userId="44f647e9d08cd165" providerId="Windows Live" clId="Web-{0A979320-D94B-4C32-B640-8DDD3011EA87}" dt="2025-03-21T12:54:27.046" v="2619"/>
          <ac:spMkLst>
            <pc:docMk/>
            <pc:sldMk cId="3755362265" sldId="330"/>
            <ac:spMk id="3" creationId="{FA643592-7286-B3AA-0CC8-FAAD6ED2CCAB}"/>
          </ac:spMkLst>
        </pc:spChg>
        <pc:spChg chg="add">
          <ac:chgData name="Abdullahi Saliu" userId="44f647e9d08cd165" providerId="Windows Live" clId="Web-{0A979320-D94B-4C32-B640-8DDD3011EA87}" dt="2025-03-21T12:58:04.725" v="2749"/>
          <ac:spMkLst>
            <pc:docMk/>
            <pc:sldMk cId="3755362265" sldId="330"/>
            <ac:spMk id="9" creationId="{A8384FB5-9ADC-4DDC-881B-597D56F5B15D}"/>
          </ac:spMkLst>
        </pc:spChg>
        <pc:spChg chg="add">
          <ac:chgData name="Abdullahi Saliu" userId="44f647e9d08cd165" providerId="Windows Live" clId="Web-{0A979320-D94B-4C32-B640-8DDD3011EA87}" dt="2025-03-21T12:58:04.725" v="2749"/>
          <ac:spMkLst>
            <pc:docMk/>
            <pc:sldMk cId="3755362265" sldId="330"/>
            <ac:spMk id="11" creationId="{91E5A9A7-95C6-4F4F-B00E-C82E07FE62EF}"/>
          </ac:spMkLst>
        </pc:spChg>
        <pc:spChg chg="add">
          <ac:chgData name="Abdullahi Saliu" userId="44f647e9d08cd165" providerId="Windows Live" clId="Web-{0A979320-D94B-4C32-B640-8DDD3011EA87}" dt="2025-03-21T12:58:04.725" v="2749"/>
          <ac:spMkLst>
            <pc:docMk/>
            <pc:sldMk cId="3755362265" sldId="330"/>
            <ac:spMk id="13" creationId="{D07DD2DE-F619-49DD-B5E7-03A290FF4ED1}"/>
          </ac:spMkLst>
        </pc:spChg>
        <pc:spChg chg="add">
          <ac:chgData name="Abdullahi Saliu" userId="44f647e9d08cd165" providerId="Windows Live" clId="Web-{0A979320-D94B-4C32-B640-8DDD3011EA87}" dt="2025-03-21T12:58:04.725" v="2749"/>
          <ac:spMkLst>
            <pc:docMk/>
            <pc:sldMk cId="3755362265" sldId="330"/>
            <ac:spMk id="15" creationId="{85149191-5F60-4A28-AAFF-039F96B0F3EC}"/>
          </ac:spMkLst>
        </pc:spChg>
        <pc:spChg chg="add">
          <ac:chgData name="Abdullahi Saliu" userId="44f647e9d08cd165" providerId="Windows Live" clId="Web-{0A979320-D94B-4C32-B640-8DDD3011EA87}" dt="2025-03-21T12:58:04.725" v="2749"/>
          <ac:spMkLst>
            <pc:docMk/>
            <pc:sldMk cId="3755362265" sldId="330"/>
            <ac:spMk id="17" creationId="{F8260ED5-17F7-4158-B241-D51DD4CF1B7E}"/>
          </ac:spMkLst>
        </pc:spChg>
        <pc:picChg chg="add mod ord">
          <ac:chgData name="Abdullahi Saliu" userId="44f647e9d08cd165" providerId="Windows Live" clId="Web-{0A979320-D94B-4C32-B640-8DDD3011EA87}" dt="2025-03-21T12:58:04.725" v="2749"/>
          <ac:picMkLst>
            <pc:docMk/>
            <pc:sldMk cId="3755362265" sldId="330"/>
            <ac:picMk id="4" creationId="{AE55364C-3AC5-6D0A-01FC-6FC5F2B0A24B}"/>
          </ac:picMkLst>
        </pc:picChg>
      </pc:sldChg>
      <pc:sldChg chg="addSp modSp new mod setBg">
        <pc:chgData name="Abdullahi Saliu" userId="44f647e9d08cd165" providerId="Windows Live" clId="Web-{0A979320-D94B-4C32-B640-8DDD3011EA87}" dt="2025-03-21T13:04:14.410" v="2938" actId="20577"/>
        <pc:sldMkLst>
          <pc:docMk/>
          <pc:sldMk cId="3054153429" sldId="331"/>
        </pc:sldMkLst>
        <pc:spChg chg="mod">
          <ac:chgData name="Abdullahi Saliu" userId="44f647e9d08cd165" providerId="Windows Live" clId="Web-{0A979320-D94B-4C32-B640-8DDD3011EA87}" dt="2025-03-21T13:02:16.953" v="2863"/>
          <ac:spMkLst>
            <pc:docMk/>
            <pc:sldMk cId="3054153429" sldId="331"/>
            <ac:spMk id="2" creationId="{058157C2-666D-29AE-4BC8-BCC146DDF933}"/>
          </ac:spMkLst>
        </pc:spChg>
        <pc:spChg chg="mod">
          <ac:chgData name="Abdullahi Saliu" userId="44f647e9d08cd165" providerId="Windows Live" clId="Web-{0A979320-D94B-4C32-B640-8DDD3011EA87}" dt="2025-03-21T13:04:14.410" v="2938" actId="20577"/>
          <ac:spMkLst>
            <pc:docMk/>
            <pc:sldMk cId="3054153429" sldId="331"/>
            <ac:spMk id="3" creationId="{8132BF5B-AE76-91C1-1A41-5EED31D26E95}"/>
          </ac:spMkLst>
        </pc:spChg>
        <pc:spChg chg="add">
          <ac:chgData name="Abdullahi Saliu" userId="44f647e9d08cd165" providerId="Windows Live" clId="Web-{0A979320-D94B-4C32-B640-8DDD3011EA87}" dt="2025-03-21T13:02:16.953" v="2863"/>
          <ac:spMkLst>
            <pc:docMk/>
            <pc:sldMk cId="3054153429" sldId="331"/>
            <ac:spMk id="9" creationId="{743AA782-23D1-4521-8CAD-47662984AA08}"/>
          </ac:spMkLst>
        </pc:spChg>
        <pc:spChg chg="add">
          <ac:chgData name="Abdullahi Saliu" userId="44f647e9d08cd165" providerId="Windows Live" clId="Web-{0A979320-D94B-4C32-B640-8DDD3011EA87}" dt="2025-03-21T13:02:16.953" v="2863"/>
          <ac:spMkLst>
            <pc:docMk/>
            <pc:sldMk cId="3054153429" sldId="331"/>
            <ac:spMk id="11" creationId="{650D18FE-0824-4A46-B22C-A86B52E5780A}"/>
          </ac:spMkLst>
        </pc:spChg>
        <pc:picChg chg="add mod">
          <ac:chgData name="Abdullahi Saliu" userId="44f647e9d08cd165" providerId="Windows Live" clId="Web-{0A979320-D94B-4C32-B640-8DDD3011EA87}" dt="2025-03-21T13:02:16.953" v="2863"/>
          <ac:picMkLst>
            <pc:docMk/>
            <pc:sldMk cId="3054153429" sldId="331"/>
            <ac:picMk id="4" creationId="{0DE3A248-A8ED-642D-F1F7-BA2784C162C3}"/>
          </ac:picMkLst>
        </pc:picChg>
      </pc:sldChg>
      <pc:sldChg chg="addSp delSp modSp new mod setBg">
        <pc:chgData name="Abdullahi Saliu" userId="44f647e9d08cd165" providerId="Windows Live" clId="Web-{0A979320-D94B-4C32-B640-8DDD3011EA87}" dt="2025-03-21T13:06:02.476" v="2983"/>
        <pc:sldMkLst>
          <pc:docMk/>
          <pc:sldMk cId="88429599" sldId="332"/>
        </pc:sldMkLst>
        <pc:spChg chg="mod">
          <ac:chgData name="Abdullahi Saliu" userId="44f647e9d08cd165" providerId="Windows Live" clId="Web-{0A979320-D94B-4C32-B640-8DDD3011EA87}" dt="2025-03-21T13:06:02.476" v="2983"/>
          <ac:spMkLst>
            <pc:docMk/>
            <pc:sldMk cId="88429599" sldId="332"/>
            <ac:spMk id="2" creationId="{190CECFF-B62C-3437-D626-4F84C52F627D}"/>
          </ac:spMkLst>
        </pc:spChg>
        <pc:spChg chg="del">
          <ac:chgData name="Abdullahi Saliu" userId="44f647e9d08cd165" providerId="Windows Live" clId="Web-{0A979320-D94B-4C32-B640-8DDD3011EA87}" dt="2025-03-21T13:04:36.833" v="2940"/>
          <ac:spMkLst>
            <pc:docMk/>
            <pc:sldMk cId="88429599" sldId="332"/>
            <ac:spMk id="3" creationId="{36502235-B9E4-B5BD-0FDA-76098A9D7F76}"/>
          </ac:spMkLst>
        </pc:spChg>
        <pc:spChg chg="add">
          <ac:chgData name="Abdullahi Saliu" userId="44f647e9d08cd165" providerId="Windows Live" clId="Web-{0A979320-D94B-4C32-B640-8DDD3011EA87}" dt="2025-03-21T13:06:02.476" v="2983"/>
          <ac:spMkLst>
            <pc:docMk/>
            <pc:sldMk cId="88429599" sldId="332"/>
            <ac:spMk id="9" creationId="{A4AC5506-6312-4701-8D3C-40187889A947}"/>
          </ac:spMkLst>
        </pc:spChg>
        <pc:picChg chg="add mod ord">
          <ac:chgData name="Abdullahi Saliu" userId="44f647e9d08cd165" providerId="Windows Live" clId="Web-{0A979320-D94B-4C32-B640-8DDD3011EA87}" dt="2025-03-21T13:06:02.476" v="2983"/>
          <ac:picMkLst>
            <pc:docMk/>
            <pc:sldMk cId="88429599" sldId="332"/>
            <ac:picMk id="4" creationId="{06B55486-380E-3BF9-0082-DAD09BCAB0BD}"/>
          </ac:picMkLst>
        </pc:picChg>
      </pc:sldChg>
      <pc:sldChg chg="addSp delSp modSp new mod setBg">
        <pc:chgData name="Abdullahi Saliu" userId="44f647e9d08cd165" providerId="Windows Live" clId="Web-{0A979320-D94B-4C32-B640-8DDD3011EA87}" dt="2025-03-21T13:05:55.476" v="2982"/>
        <pc:sldMkLst>
          <pc:docMk/>
          <pc:sldMk cId="2997908289" sldId="333"/>
        </pc:sldMkLst>
        <pc:spChg chg="mod">
          <ac:chgData name="Abdullahi Saliu" userId="44f647e9d08cd165" providerId="Windows Live" clId="Web-{0A979320-D94B-4C32-B640-8DDD3011EA87}" dt="2025-03-21T13:05:55.476" v="2982"/>
          <ac:spMkLst>
            <pc:docMk/>
            <pc:sldMk cId="2997908289" sldId="333"/>
            <ac:spMk id="2" creationId="{88DC23C7-5744-2945-B10B-C7E8A07AFAC5}"/>
          </ac:spMkLst>
        </pc:spChg>
        <pc:spChg chg="del">
          <ac:chgData name="Abdullahi Saliu" userId="44f647e9d08cd165" providerId="Windows Live" clId="Web-{0A979320-D94B-4C32-B640-8DDD3011EA87}" dt="2025-03-21T13:05:50.351" v="2981"/>
          <ac:spMkLst>
            <pc:docMk/>
            <pc:sldMk cId="2997908289" sldId="333"/>
            <ac:spMk id="3" creationId="{4BF71739-B3EC-320A-12F8-F0C35FEACE1A}"/>
          </ac:spMkLst>
        </pc:spChg>
        <pc:spChg chg="add">
          <ac:chgData name="Abdullahi Saliu" userId="44f647e9d08cd165" providerId="Windows Live" clId="Web-{0A979320-D94B-4C32-B640-8DDD3011EA87}" dt="2025-03-21T13:05:55.476" v="2982"/>
          <ac:spMkLst>
            <pc:docMk/>
            <pc:sldMk cId="2997908289" sldId="333"/>
            <ac:spMk id="9" creationId="{A4AC5506-6312-4701-8D3C-40187889A947}"/>
          </ac:spMkLst>
        </pc:spChg>
        <pc:picChg chg="add mod ord">
          <ac:chgData name="Abdullahi Saliu" userId="44f647e9d08cd165" providerId="Windows Live" clId="Web-{0A979320-D94B-4C32-B640-8DDD3011EA87}" dt="2025-03-21T13:05:55.476" v="2982"/>
          <ac:picMkLst>
            <pc:docMk/>
            <pc:sldMk cId="2997908289" sldId="333"/>
            <ac:picMk id="4" creationId="{3B3F2E61-E93E-0726-22D3-D901022CDF0B}"/>
          </ac:picMkLst>
        </pc:picChg>
      </pc:sldChg>
      <pc:sldChg chg="addSp delSp modSp new mod setBg">
        <pc:chgData name="Abdullahi Saliu" userId="44f647e9d08cd165" providerId="Windows Live" clId="Web-{0A979320-D94B-4C32-B640-8DDD3011EA87}" dt="2025-03-21T13:07:27.885" v="2996" actId="1076"/>
        <pc:sldMkLst>
          <pc:docMk/>
          <pc:sldMk cId="3988847738" sldId="334"/>
        </pc:sldMkLst>
        <pc:spChg chg="mod">
          <ac:chgData name="Abdullahi Saliu" userId="44f647e9d08cd165" providerId="Windows Live" clId="Web-{0A979320-D94B-4C32-B640-8DDD3011EA87}" dt="2025-03-21T13:07:17.463" v="2994"/>
          <ac:spMkLst>
            <pc:docMk/>
            <pc:sldMk cId="3988847738" sldId="334"/>
            <ac:spMk id="2" creationId="{F20E4796-FA73-32BD-A40A-E9390AD7F4F3}"/>
          </ac:spMkLst>
        </pc:spChg>
        <pc:spChg chg="del">
          <ac:chgData name="Abdullahi Saliu" userId="44f647e9d08cd165" providerId="Windows Live" clId="Web-{0A979320-D94B-4C32-B640-8DDD3011EA87}" dt="2025-03-21T13:06:50.337" v="2985"/>
          <ac:spMkLst>
            <pc:docMk/>
            <pc:sldMk cId="3988847738" sldId="334"/>
            <ac:spMk id="3" creationId="{FA91A890-2ABF-E5B2-5741-A2F7E62039BB}"/>
          </ac:spMkLst>
        </pc:spChg>
        <pc:spChg chg="add">
          <ac:chgData name="Abdullahi Saliu" userId="44f647e9d08cd165" providerId="Windows Live" clId="Web-{0A979320-D94B-4C32-B640-8DDD3011EA87}" dt="2025-03-21T13:07:17.463" v="2994"/>
          <ac:spMkLst>
            <pc:docMk/>
            <pc:sldMk cId="3988847738" sldId="334"/>
            <ac:spMk id="10" creationId="{2151139A-886F-4B97-8815-729AD3831BBD}"/>
          </ac:spMkLst>
        </pc:spChg>
        <pc:spChg chg="add">
          <ac:chgData name="Abdullahi Saliu" userId="44f647e9d08cd165" providerId="Windows Live" clId="Web-{0A979320-D94B-4C32-B640-8DDD3011EA87}" dt="2025-03-21T13:07:17.463" v="2994"/>
          <ac:spMkLst>
            <pc:docMk/>
            <pc:sldMk cId="3988847738" sldId="334"/>
            <ac:spMk id="12" creationId="{AB5E08C4-8CDD-4623-A5B8-E998C6DEE3B7}"/>
          </ac:spMkLst>
        </pc:spChg>
        <pc:spChg chg="add">
          <ac:chgData name="Abdullahi Saliu" userId="44f647e9d08cd165" providerId="Windows Live" clId="Web-{0A979320-D94B-4C32-B640-8DDD3011EA87}" dt="2025-03-21T13:07:17.463" v="2994"/>
          <ac:spMkLst>
            <pc:docMk/>
            <pc:sldMk cId="3988847738" sldId="334"/>
            <ac:spMk id="14" creationId="{15F33878-D502-4FFA-8ACE-F2AECDB2A23F}"/>
          </ac:spMkLst>
        </pc:spChg>
        <pc:spChg chg="add">
          <ac:chgData name="Abdullahi Saliu" userId="44f647e9d08cd165" providerId="Windows Live" clId="Web-{0A979320-D94B-4C32-B640-8DDD3011EA87}" dt="2025-03-21T13:07:17.463" v="2994"/>
          <ac:spMkLst>
            <pc:docMk/>
            <pc:sldMk cId="3988847738" sldId="334"/>
            <ac:spMk id="16" creationId="{D3539FEE-81D3-4406-802E-60B20B16F4F6}"/>
          </ac:spMkLst>
        </pc:spChg>
        <pc:spChg chg="add">
          <ac:chgData name="Abdullahi Saliu" userId="44f647e9d08cd165" providerId="Windows Live" clId="Web-{0A979320-D94B-4C32-B640-8DDD3011EA87}" dt="2025-03-21T13:07:17.463" v="2994"/>
          <ac:spMkLst>
            <pc:docMk/>
            <pc:sldMk cId="3988847738" sldId="334"/>
            <ac:spMk id="18" creationId="{DC701763-729E-462F-A5A8-E0DEFEB1E2E4}"/>
          </ac:spMkLst>
        </pc:spChg>
        <pc:picChg chg="add mod ord">
          <ac:chgData name="Abdullahi Saliu" userId="44f647e9d08cd165" providerId="Windows Live" clId="Web-{0A979320-D94B-4C32-B640-8DDD3011EA87}" dt="2025-03-21T13:07:27.885" v="2996" actId="1076"/>
          <ac:picMkLst>
            <pc:docMk/>
            <pc:sldMk cId="3988847738" sldId="334"/>
            <ac:picMk id="4" creationId="{D9E3F1C3-7F7C-68A5-60E8-69B4D7734ACD}"/>
          </ac:picMkLst>
        </pc:picChg>
        <pc:picChg chg="add mod">
          <ac:chgData name="Abdullahi Saliu" userId="44f647e9d08cd165" providerId="Windows Live" clId="Web-{0A979320-D94B-4C32-B640-8DDD3011EA87}" dt="2025-03-21T13:07:24.120" v="2995" actId="1076"/>
          <ac:picMkLst>
            <pc:docMk/>
            <pc:sldMk cId="3988847738" sldId="334"/>
            <ac:picMk id="5" creationId="{496A9C40-3AB9-D91A-46A8-2E25D618BF6F}"/>
          </ac:picMkLst>
        </pc:picChg>
      </pc:sldChg>
      <pc:sldChg chg="addSp delSp modSp new mod setBg">
        <pc:chgData name="Abdullahi Saliu" userId="44f647e9d08cd165" providerId="Windows Live" clId="Web-{0A979320-D94B-4C32-B640-8DDD3011EA87}" dt="2025-03-21T13:09:48.078" v="3035" actId="20577"/>
        <pc:sldMkLst>
          <pc:docMk/>
          <pc:sldMk cId="3516569681" sldId="335"/>
        </pc:sldMkLst>
        <pc:spChg chg="mod">
          <ac:chgData name="Abdullahi Saliu" userId="44f647e9d08cd165" providerId="Windows Live" clId="Web-{0A979320-D94B-4C32-B640-8DDD3011EA87}" dt="2025-03-21T13:09:48.078" v="3035" actId="20577"/>
          <ac:spMkLst>
            <pc:docMk/>
            <pc:sldMk cId="3516569681" sldId="335"/>
            <ac:spMk id="2" creationId="{E4DF72CD-7E7C-77D1-620C-522F6E1BFE34}"/>
          </ac:spMkLst>
        </pc:spChg>
        <pc:spChg chg="del">
          <ac:chgData name="Abdullahi Saliu" userId="44f647e9d08cd165" providerId="Windows Live" clId="Web-{0A979320-D94B-4C32-B640-8DDD3011EA87}" dt="2025-03-21T13:08:19.793" v="2998"/>
          <ac:spMkLst>
            <pc:docMk/>
            <pc:sldMk cId="3516569681" sldId="335"/>
            <ac:spMk id="3" creationId="{42AB1064-D506-2D24-E5CF-49931D7F1163}"/>
          </ac:spMkLst>
        </pc:spChg>
        <pc:spChg chg="add">
          <ac:chgData name="Abdullahi Saliu" userId="44f647e9d08cd165" providerId="Windows Live" clId="Web-{0A979320-D94B-4C32-B640-8DDD3011EA87}" dt="2025-03-21T13:08:55.966" v="3024"/>
          <ac:spMkLst>
            <pc:docMk/>
            <pc:sldMk cId="3516569681" sldId="335"/>
            <ac:spMk id="9" creationId="{A8384FB5-9ADC-4DDC-881B-597D56F5B15D}"/>
          </ac:spMkLst>
        </pc:spChg>
        <pc:spChg chg="add">
          <ac:chgData name="Abdullahi Saliu" userId="44f647e9d08cd165" providerId="Windows Live" clId="Web-{0A979320-D94B-4C32-B640-8DDD3011EA87}" dt="2025-03-21T13:08:55.966" v="3024"/>
          <ac:spMkLst>
            <pc:docMk/>
            <pc:sldMk cId="3516569681" sldId="335"/>
            <ac:spMk id="11" creationId="{91E5A9A7-95C6-4F4F-B00E-C82E07FE62EF}"/>
          </ac:spMkLst>
        </pc:spChg>
        <pc:spChg chg="add">
          <ac:chgData name="Abdullahi Saliu" userId="44f647e9d08cd165" providerId="Windows Live" clId="Web-{0A979320-D94B-4C32-B640-8DDD3011EA87}" dt="2025-03-21T13:08:55.966" v="3024"/>
          <ac:spMkLst>
            <pc:docMk/>
            <pc:sldMk cId="3516569681" sldId="335"/>
            <ac:spMk id="13" creationId="{D07DD2DE-F619-49DD-B5E7-03A290FF4ED1}"/>
          </ac:spMkLst>
        </pc:spChg>
        <pc:spChg chg="add">
          <ac:chgData name="Abdullahi Saliu" userId="44f647e9d08cd165" providerId="Windows Live" clId="Web-{0A979320-D94B-4C32-B640-8DDD3011EA87}" dt="2025-03-21T13:08:55.966" v="3024"/>
          <ac:spMkLst>
            <pc:docMk/>
            <pc:sldMk cId="3516569681" sldId="335"/>
            <ac:spMk id="15" creationId="{85149191-5F60-4A28-AAFF-039F96B0F3EC}"/>
          </ac:spMkLst>
        </pc:spChg>
        <pc:spChg chg="add">
          <ac:chgData name="Abdullahi Saliu" userId="44f647e9d08cd165" providerId="Windows Live" clId="Web-{0A979320-D94B-4C32-B640-8DDD3011EA87}" dt="2025-03-21T13:08:55.966" v="3024"/>
          <ac:spMkLst>
            <pc:docMk/>
            <pc:sldMk cId="3516569681" sldId="335"/>
            <ac:spMk id="17" creationId="{F8260ED5-17F7-4158-B241-D51DD4CF1B7E}"/>
          </ac:spMkLst>
        </pc:spChg>
        <pc:picChg chg="add mod ord">
          <ac:chgData name="Abdullahi Saliu" userId="44f647e9d08cd165" providerId="Windows Live" clId="Web-{0A979320-D94B-4C32-B640-8DDD3011EA87}" dt="2025-03-21T13:08:55.966" v="3024"/>
          <ac:picMkLst>
            <pc:docMk/>
            <pc:sldMk cId="3516569681" sldId="335"/>
            <ac:picMk id="4" creationId="{E734C41F-7C1F-22E0-BC6F-5BD5ED3A0E0B}"/>
          </ac:picMkLst>
        </pc:picChg>
      </pc:sldChg>
      <pc:sldChg chg="addSp delSp modSp new mod setBg">
        <pc:chgData name="Abdullahi Saliu" userId="44f647e9d08cd165" providerId="Windows Live" clId="Web-{0A979320-D94B-4C32-B640-8DDD3011EA87}" dt="2025-03-21T13:10:19.126" v="3056"/>
        <pc:sldMkLst>
          <pc:docMk/>
          <pc:sldMk cId="1882359100" sldId="336"/>
        </pc:sldMkLst>
        <pc:spChg chg="mod">
          <ac:chgData name="Abdullahi Saliu" userId="44f647e9d08cd165" providerId="Windows Live" clId="Web-{0A979320-D94B-4C32-B640-8DDD3011EA87}" dt="2025-03-21T13:10:19.126" v="3056"/>
          <ac:spMkLst>
            <pc:docMk/>
            <pc:sldMk cId="1882359100" sldId="336"/>
            <ac:spMk id="2" creationId="{8F82FE61-7EAA-CF6E-9342-F35FB55167E1}"/>
          </ac:spMkLst>
        </pc:spChg>
        <pc:spChg chg="del">
          <ac:chgData name="Abdullahi Saliu" userId="44f647e9d08cd165" providerId="Windows Live" clId="Web-{0A979320-D94B-4C32-B640-8DDD3011EA87}" dt="2025-03-21T13:09:53.625" v="3036"/>
          <ac:spMkLst>
            <pc:docMk/>
            <pc:sldMk cId="1882359100" sldId="336"/>
            <ac:spMk id="3" creationId="{8133A7BF-D719-6080-D868-7ADFA65A1C6C}"/>
          </ac:spMkLst>
        </pc:spChg>
        <pc:spChg chg="add">
          <ac:chgData name="Abdullahi Saliu" userId="44f647e9d08cd165" providerId="Windows Live" clId="Web-{0A979320-D94B-4C32-B640-8DDD3011EA87}" dt="2025-03-21T13:10:19.126" v="3056"/>
          <ac:spMkLst>
            <pc:docMk/>
            <pc:sldMk cId="1882359100" sldId="336"/>
            <ac:spMk id="9" creationId="{A4AC5506-6312-4701-8D3C-40187889A947}"/>
          </ac:spMkLst>
        </pc:spChg>
        <pc:picChg chg="add mod ord">
          <ac:chgData name="Abdullahi Saliu" userId="44f647e9d08cd165" providerId="Windows Live" clId="Web-{0A979320-D94B-4C32-B640-8DDD3011EA87}" dt="2025-03-21T13:10:19.126" v="3056"/>
          <ac:picMkLst>
            <pc:docMk/>
            <pc:sldMk cId="1882359100" sldId="336"/>
            <ac:picMk id="4" creationId="{12872E37-865B-16D0-490B-241ED5CDC406}"/>
          </ac:picMkLst>
        </pc:picChg>
      </pc:sldChg>
      <pc:sldChg chg="addSp delSp modSp new">
        <pc:chgData name="Abdullahi Saliu" userId="44f647e9d08cd165" providerId="Windows Live" clId="Web-{0A979320-D94B-4C32-B640-8DDD3011EA87}" dt="2025-03-21T13:11:13.596" v="3069" actId="20577"/>
        <pc:sldMkLst>
          <pc:docMk/>
          <pc:sldMk cId="3464935819" sldId="337"/>
        </pc:sldMkLst>
        <pc:spChg chg="mod">
          <ac:chgData name="Abdullahi Saliu" userId="44f647e9d08cd165" providerId="Windows Live" clId="Web-{0A979320-D94B-4C32-B640-8DDD3011EA87}" dt="2025-03-21T13:11:13.596" v="3069" actId="20577"/>
          <ac:spMkLst>
            <pc:docMk/>
            <pc:sldMk cId="3464935819" sldId="337"/>
            <ac:spMk id="2" creationId="{8AE7CE10-AFA5-1294-600A-076C95E3C943}"/>
          </ac:spMkLst>
        </pc:spChg>
        <pc:spChg chg="del">
          <ac:chgData name="Abdullahi Saliu" userId="44f647e9d08cd165" providerId="Windows Live" clId="Web-{0A979320-D94B-4C32-B640-8DDD3011EA87}" dt="2025-03-21T13:10:44.611" v="3058"/>
          <ac:spMkLst>
            <pc:docMk/>
            <pc:sldMk cId="3464935819" sldId="337"/>
            <ac:spMk id="3" creationId="{47EC3C13-FFDC-E9B7-A514-6AE3A75D4FA9}"/>
          </ac:spMkLst>
        </pc:spChg>
        <pc:picChg chg="add mod ord">
          <ac:chgData name="Abdullahi Saliu" userId="44f647e9d08cd165" providerId="Windows Live" clId="Web-{0A979320-D94B-4C32-B640-8DDD3011EA87}" dt="2025-03-21T13:10:44.611" v="3058"/>
          <ac:picMkLst>
            <pc:docMk/>
            <pc:sldMk cId="3464935819" sldId="337"/>
            <ac:picMk id="4" creationId="{943090E0-AE2F-3D41-7057-8B22F0355DC4}"/>
          </ac:picMkLst>
        </pc:picChg>
      </pc:sldChg>
      <pc:sldChg chg="addSp delSp modSp new">
        <pc:chgData name="Abdullahi Saliu" userId="44f647e9d08cd165" providerId="Windows Live" clId="Web-{0A979320-D94B-4C32-B640-8DDD3011EA87}" dt="2025-03-21T13:11:55.535" v="3075" actId="20577"/>
        <pc:sldMkLst>
          <pc:docMk/>
          <pc:sldMk cId="1091554555" sldId="338"/>
        </pc:sldMkLst>
        <pc:spChg chg="mod">
          <ac:chgData name="Abdullahi Saliu" userId="44f647e9d08cd165" providerId="Windows Live" clId="Web-{0A979320-D94B-4C32-B640-8DDD3011EA87}" dt="2025-03-21T13:11:55.535" v="3075" actId="20577"/>
          <ac:spMkLst>
            <pc:docMk/>
            <pc:sldMk cId="1091554555" sldId="338"/>
            <ac:spMk id="2" creationId="{70C5113A-1C0F-12FA-973E-AF3B114EECEE}"/>
          </ac:spMkLst>
        </pc:spChg>
        <pc:spChg chg="del">
          <ac:chgData name="Abdullahi Saliu" userId="44f647e9d08cd165" providerId="Windows Live" clId="Web-{0A979320-D94B-4C32-B640-8DDD3011EA87}" dt="2025-03-21T13:11:39.707" v="3071"/>
          <ac:spMkLst>
            <pc:docMk/>
            <pc:sldMk cId="1091554555" sldId="338"/>
            <ac:spMk id="3" creationId="{833D926C-341B-0CD0-AF71-8C63796378DF}"/>
          </ac:spMkLst>
        </pc:spChg>
        <pc:picChg chg="add mod ord">
          <ac:chgData name="Abdullahi Saliu" userId="44f647e9d08cd165" providerId="Windows Live" clId="Web-{0A979320-D94B-4C32-B640-8DDD3011EA87}" dt="2025-03-21T13:11:39.707" v="3071"/>
          <ac:picMkLst>
            <pc:docMk/>
            <pc:sldMk cId="1091554555" sldId="338"/>
            <ac:picMk id="4" creationId="{21D1E595-6D8B-2604-1C16-921A138F7CE8}"/>
          </ac:picMkLst>
        </pc:picChg>
      </pc:sldChg>
      <pc:sldChg chg="addSp delSp modSp new">
        <pc:chgData name="Abdullahi Saliu" userId="44f647e9d08cd165" providerId="Windows Live" clId="Web-{0A979320-D94B-4C32-B640-8DDD3011EA87}" dt="2025-03-21T13:12:23.724" v="3078" actId="20577"/>
        <pc:sldMkLst>
          <pc:docMk/>
          <pc:sldMk cId="1692949631" sldId="339"/>
        </pc:sldMkLst>
        <pc:spChg chg="mod">
          <ac:chgData name="Abdullahi Saliu" userId="44f647e9d08cd165" providerId="Windows Live" clId="Web-{0A979320-D94B-4C32-B640-8DDD3011EA87}" dt="2025-03-21T13:12:23.724" v="3078" actId="20577"/>
          <ac:spMkLst>
            <pc:docMk/>
            <pc:sldMk cId="1692949631" sldId="339"/>
            <ac:spMk id="2" creationId="{BFAAC1D7-6096-3D3D-65C8-B012CE75D9C7}"/>
          </ac:spMkLst>
        </pc:spChg>
        <pc:spChg chg="del">
          <ac:chgData name="Abdullahi Saliu" userId="44f647e9d08cd165" providerId="Windows Live" clId="Web-{0A979320-D94B-4C32-B640-8DDD3011EA87}" dt="2025-03-21T13:12:14.380" v="3077"/>
          <ac:spMkLst>
            <pc:docMk/>
            <pc:sldMk cId="1692949631" sldId="339"/>
            <ac:spMk id="3" creationId="{CB34A74F-B51F-93FC-F0A0-D7CF17FB4660}"/>
          </ac:spMkLst>
        </pc:spChg>
        <pc:picChg chg="add mod ord">
          <ac:chgData name="Abdullahi Saliu" userId="44f647e9d08cd165" providerId="Windows Live" clId="Web-{0A979320-D94B-4C32-B640-8DDD3011EA87}" dt="2025-03-21T13:12:14.380" v="3077"/>
          <ac:picMkLst>
            <pc:docMk/>
            <pc:sldMk cId="1692949631" sldId="339"/>
            <ac:picMk id="4" creationId="{A5889313-DFC4-AB2B-FDC6-368FE78B1646}"/>
          </ac:picMkLst>
        </pc:picChg>
      </pc:sldChg>
      <pc:sldChg chg="addSp delSp modSp new">
        <pc:chgData name="Abdullahi Saliu" userId="44f647e9d08cd165" providerId="Windows Live" clId="Web-{0A979320-D94B-4C32-B640-8DDD3011EA87}" dt="2025-03-21T13:13:08.772" v="3081" actId="20577"/>
        <pc:sldMkLst>
          <pc:docMk/>
          <pc:sldMk cId="3803787030" sldId="340"/>
        </pc:sldMkLst>
        <pc:spChg chg="mod">
          <ac:chgData name="Abdullahi Saliu" userId="44f647e9d08cd165" providerId="Windows Live" clId="Web-{0A979320-D94B-4C32-B640-8DDD3011EA87}" dt="2025-03-21T13:13:08.772" v="3081" actId="20577"/>
          <ac:spMkLst>
            <pc:docMk/>
            <pc:sldMk cId="3803787030" sldId="340"/>
            <ac:spMk id="2" creationId="{AB1747C1-0BBA-2F1E-F22D-A1E64B4A4A50}"/>
          </ac:spMkLst>
        </pc:spChg>
        <pc:spChg chg="del">
          <ac:chgData name="Abdullahi Saliu" userId="44f647e9d08cd165" providerId="Windows Live" clId="Web-{0A979320-D94B-4C32-B640-8DDD3011EA87}" dt="2025-03-21T13:12:56.975" v="3080"/>
          <ac:spMkLst>
            <pc:docMk/>
            <pc:sldMk cId="3803787030" sldId="340"/>
            <ac:spMk id="3" creationId="{F14ED913-1288-7557-0797-FB546260172B}"/>
          </ac:spMkLst>
        </pc:spChg>
        <pc:picChg chg="add mod ord">
          <ac:chgData name="Abdullahi Saliu" userId="44f647e9d08cd165" providerId="Windows Live" clId="Web-{0A979320-D94B-4C32-B640-8DDD3011EA87}" dt="2025-03-21T13:12:56.975" v="3080"/>
          <ac:picMkLst>
            <pc:docMk/>
            <pc:sldMk cId="3803787030" sldId="340"/>
            <ac:picMk id="4" creationId="{1E74A9B9-41BD-4D5F-23D2-145F2B74EC02}"/>
          </ac:picMkLst>
        </pc:picChg>
      </pc:sldChg>
      <pc:sldChg chg="addSp delSp modSp new mod setBg">
        <pc:chgData name="Abdullahi Saliu" userId="44f647e9d08cd165" providerId="Windows Live" clId="Web-{0A979320-D94B-4C32-B640-8DDD3011EA87}" dt="2025-03-21T13:14:31.416" v="3137"/>
        <pc:sldMkLst>
          <pc:docMk/>
          <pc:sldMk cId="1100595551" sldId="341"/>
        </pc:sldMkLst>
        <pc:spChg chg="mod">
          <ac:chgData name="Abdullahi Saliu" userId="44f647e9d08cd165" providerId="Windows Live" clId="Web-{0A979320-D94B-4C32-B640-8DDD3011EA87}" dt="2025-03-21T13:14:31.416" v="3137"/>
          <ac:spMkLst>
            <pc:docMk/>
            <pc:sldMk cId="1100595551" sldId="341"/>
            <ac:spMk id="2" creationId="{7BEE0F30-BD5B-1201-C7FF-B52383A2FEA3}"/>
          </ac:spMkLst>
        </pc:spChg>
        <pc:spChg chg="del">
          <ac:chgData name="Abdullahi Saliu" userId="44f647e9d08cd165" providerId="Windows Live" clId="Web-{0A979320-D94B-4C32-B640-8DDD3011EA87}" dt="2025-03-21T13:13:32.476" v="3083"/>
          <ac:spMkLst>
            <pc:docMk/>
            <pc:sldMk cId="1100595551" sldId="341"/>
            <ac:spMk id="3" creationId="{9672186C-8836-B9FD-D0F9-44132CE15279}"/>
          </ac:spMkLst>
        </pc:spChg>
        <pc:spChg chg="add">
          <ac:chgData name="Abdullahi Saliu" userId="44f647e9d08cd165" providerId="Windows Live" clId="Web-{0A979320-D94B-4C32-B640-8DDD3011EA87}" dt="2025-03-21T13:14:31.416" v="3137"/>
          <ac:spMkLst>
            <pc:docMk/>
            <pc:sldMk cId="1100595551" sldId="341"/>
            <ac:spMk id="9" creationId="{A8384FB5-9ADC-4DDC-881B-597D56F5B15D}"/>
          </ac:spMkLst>
        </pc:spChg>
        <pc:spChg chg="add">
          <ac:chgData name="Abdullahi Saliu" userId="44f647e9d08cd165" providerId="Windows Live" clId="Web-{0A979320-D94B-4C32-B640-8DDD3011EA87}" dt="2025-03-21T13:14:31.416" v="3137"/>
          <ac:spMkLst>
            <pc:docMk/>
            <pc:sldMk cId="1100595551" sldId="341"/>
            <ac:spMk id="11" creationId="{91E5A9A7-95C6-4F4F-B00E-C82E07FE62EF}"/>
          </ac:spMkLst>
        </pc:spChg>
        <pc:spChg chg="add">
          <ac:chgData name="Abdullahi Saliu" userId="44f647e9d08cd165" providerId="Windows Live" clId="Web-{0A979320-D94B-4C32-B640-8DDD3011EA87}" dt="2025-03-21T13:14:31.416" v="3137"/>
          <ac:spMkLst>
            <pc:docMk/>
            <pc:sldMk cId="1100595551" sldId="341"/>
            <ac:spMk id="13" creationId="{D07DD2DE-F619-49DD-B5E7-03A290FF4ED1}"/>
          </ac:spMkLst>
        </pc:spChg>
        <pc:spChg chg="add">
          <ac:chgData name="Abdullahi Saliu" userId="44f647e9d08cd165" providerId="Windows Live" clId="Web-{0A979320-D94B-4C32-B640-8DDD3011EA87}" dt="2025-03-21T13:14:31.416" v="3137"/>
          <ac:spMkLst>
            <pc:docMk/>
            <pc:sldMk cId="1100595551" sldId="341"/>
            <ac:spMk id="15" creationId="{85149191-5F60-4A28-AAFF-039F96B0F3EC}"/>
          </ac:spMkLst>
        </pc:spChg>
        <pc:spChg chg="add">
          <ac:chgData name="Abdullahi Saliu" userId="44f647e9d08cd165" providerId="Windows Live" clId="Web-{0A979320-D94B-4C32-B640-8DDD3011EA87}" dt="2025-03-21T13:14:31.416" v="3137"/>
          <ac:spMkLst>
            <pc:docMk/>
            <pc:sldMk cId="1100595551" sldId="341"/>
            <ac:spMk id="17" creationId="{F8260ED5-17F7-4158-B241-D51DD4CF1B7E}"/>
          </ac:spMkLst>
        </pc:spChg>
        <pc:picChg chg="add mod ord">
          <ac:chgData name="Abdullahi Saliu" userId="44f647e9d08cd165" providerId="Windows Live" clId="Web-{0A979320-D94B-4C32-B640-8DDD3011EA87}" dt="2025-03-21T13:14:31.416" v="3137"/>
          <ac:picMkLst>
            <pc:docMk/>
            <pc:sldMk cId="1100595551" sldId="341"/>
            <ac:picMk id="4" creationId="{762D6E4D-F0E8-0A2E-ACE7-65AE16767202}"/>
          </ac:picMkLst>
        </pc:picChg>
      </pc:sldChg>
      <pc:sldChg chg="addSp delSp modSp new mod setBg">
        <pc:chgData name="Abdullahi Saliu" userId="44f647e9d08cd165" providerId="Windows Live" clId="Web-{0A979320-D94B-4C32-B640-8DDD3011EA87}" dt="2025-03-21T13:17:19.078" v="3182"/>
        <pc:sldMkLst>
          <pc:docMk/>
          <pc:sldMk cId="2269247713" sldId="342"/>
        </pc:sldMkLst>
        <pc:spChg chg="mod">
          <ac:chgData name="Abdullahi Saliu" userId="44f647e9d08cd165" providerId="Windows Live" clId="Web-{0A979320-D94B-4C32-B640-8DDD3011EA87}" dt="2025-03-21T13:17:19.078" v="3182"/>
          <ac:spMkLst>
            <pc:docMk/>
            <pc:sldMk cId="2269247713" sldId="342"/>
            <ac:spMk id="2" creationId="{EF0C607E-6CB5-B901-0178-884221309B2B}"/>
          </ac:spMkLst>
        </pc:spChg>
        <pc:spChg chg="del mod">
          <ac:chgData name="Abdullahi Saliu" userId="44f647e9d08cd165" providerId="Windows Live" clId="Web-{0A979320-D94B-4C32-B640-8DDD3011EA87}" dt="2025-03-21T13:15:07.276" v="3140"/>
          <ac:spMkLst>
            <pc:docMk/>
            <pc:sldMk cId="2269247713" sldId="342"/>
            <ac:spMk id="3" creationId="{2A4846AD-6E27-C302-6629-DB31497932BE}"/>
          </ac:spMkLst>
        </pc:spChg>
        <pc:spChg chg="add">
          <ac:chgData name="Abdullahi Saliu" userId="44f647e9d08cd165" providerId="Windows Live" clId="Web-{0A979320-D94B-4C32-B640-8DDD3011EA87}" dt="2025-03-21T13:17:19.078" v="3182"/>
          <ac:spMkLst>
            <pc:docMk/>
            <pc:sldMk cId="2269247713" sldId="342"/>
            <ac:spMk id="9" creationId="{A4AC5506-6312-4701-8D3C-40187889A947}"/>
          </ac:spMkLst>
        </pc:spChg>
        <pc:picChg chg="add mod ord">
          <ac:chgData name="Abdullahi Saliu" userId="44f647e9d08cd165" providerId="Windows Live" clId="Web-{0A979320-D94B-4C32-B640-8DDD3011EA87}" dt="2025-03-21T13:17:19.078" v="3182"/>
          <ac:picMkLst>
            <pc:docMk/>
            <pc:sldMk cId="2269247713" sldId="342"/>
            <ac:picMk id="4" creationId="{BD38BF9D-FD81-B3AB-A22B-69E158AF1DBA}"/>
          </ac:picMkLst>
        </pc:picChg>
      </pc:sldChg>
      <pc:sldChg chg="addSp delSp modSp new">
        <pc:chgData name="Abdullahi Saliu" userId="44f647e9d08cd165" providerId="Windows Live" clId="Web-{0A979320-D94B-4C32-B640-8DDD3011EA87}" dt="2025-03-21T13:20:43.882" v="3209" actId="20577"/>
        <pc:sldMkLst>
          <pc:docMk/>
          <pc:sldMk cId="3935256236" sldId="343"/>
        </pc:sldMkLst>
        <pc:spChg chg="mod">
          <ac:chgData name="Abdullahi Saliu" userId="44f647e9d08cd165" providerId="Windows Live" clId="Web-{0A979320-D94B-4C32-B640-8DDD3011EA87}" dt="2025-03-21T13:20:43.882" v="3209" actId="20577"/>
          <ac:spMkLst>
            <pc:docMk/>
            <pc:sldMk cId="3935256236" sldId="343"/>
            <ac:spMk id="2" creationId="{22553CDC-557C-1AB4-F43F-18F46FC9C4FA}"/>
          </ac:spMkLst>
        </pc:spChg>
        <pc:spChg chg="del">
          <ac:chgData name="Abdullahi Saliu" userId="44f647e9d08cd165" providerId="Windows Live" clId="Web-{0A979320-D94B-4C32-B640-8DDD3011EA87}" dt="2025-03-21T13:17:48.329" v="3184"/>
          <ac:spMkLst>
            <pc:docMk/>
            <pc:sldMk cId="3935256236" sldId="343"/>
            <ac:spMk id="3" creationId="{7AE938FE-1CF3-F473-7B20-10E13FB80A30}"/>
          </ac:spMkLst>
        </pc:spChg>
        <pc:picChg chg="add mod ord">
          <ac:chgData name="Abdullahi Saliu" userId="44f647e9d08cd165" providerId="Windows Live" clId="Web-{0A979320-D94B-4C32-B640-8DDD3011EA87}" dt="2025-03-21T13:17:48.329" v="3184"/>
          <ac:picMkLst>
            <pc:docMk/>
            <pc:sldMk cId="3935256236" sldId="343"/>
            <ac:picMk id="4" creationId="{841B56C8-DE52-41A3-318B-B4E221A0DE0C}"/>
          </ac:picMkLst>
        </pc:picChg>
      </pc:sldChg>
      <pc:sldChg chg="addSp delSp modSp new mod setBg">
        <pc:chgData name="Abdullahi Saliu" userId="44f647e9d08cd165" providerId="Windows Live" clId="Web-{0A979320-D94B-4C32-B640-8DDD3011EA87}" dt="2025-03-21T13:22:05.306" v="3222"/>
        <pc:sldMkLst>
          <pc:docMk/>
          <pc:sldMk cId="1615246955" sldId="344"/>
        </pc:sldMkLst>
        <pc:spChg chg="mod">
          <ac:chgData name="Abdullahi Saliu" userId="44f647e9d08cd165" providerId="Windows Live" clId="Web-{0A979320-D94B-4C32-B640-8DDD3011EA87}" dt="2025-03-21T13:22:05.306" v="3222"/>
          <ac:spMkLst>
            <pc:docMk/>
            <pc:sldMk cId="1615246955" sldId="344"/>
            <ac:spMk id="2" creationId="{0CA0524C-1353-ED7F-D1A1-5815394C7E52}"/>
          </ac:spMkLst>
        </pc:spChg>
        <pc:spChg chg="del">
          <ac:chgData name="Abdullahi Saliu" userId="44f647e9d08cd165" providerId="Windows Live" clId="Web-{0A979320-D94B-4C32-B640-8DDD3011EA87}" dt="2025-03-21T13:21:15.836" v="3211"/>
          <ac:spMkLst>
            <pc:docMk/>
            <pc:sldMk cId="1615246955" sldId="344"/>
            <ac:spMk id="3" creationId="{CA927F14-3DC9-815C-6BE6-78EDC02EAF35}"/>
          </ac:spMkLst>
        </pc:spChg>
        <pc:spChg chg="add">
          <ac:chgData name="Abdullahi Saliu" userId="44f647e9d08cd165" providerId="Windows Live" clId="Web-{0A979320-D94B-4C32-B640-8DDD3011EA87}" dt="2025-03-21T13:22:05.306" v="3222"/>
          <ac:spMkLst>
            <pc:docMk/>
            <pc:sldMk cId="1615246955" sldId="344"/>
            <ac:spMk id="9" creationId="{A8384FB5-9ADC-4DDC-881B-597D56F5B15D}"/>
          </ac:spMkLst>
        </pc:spChg>
        <pc:spChg chg="add">
          <ac:chgData name="Abdullahi Saliu" userId="44f647e9d08cd165" providerId="Windows Live" clId="Web-{0A979320-D94B-4C32-B640-8DDD3011EA87}" dt="2025-03-21T13:22:05.306" v="3222"/>
          <ac:spMkLst>
            <pc:docMk/>
            <pc:sldMk cId="1615246955" sldId="344"/>
            <ac:spMk id="11" creationId="{91E5A9A7-95C6-4F4F-B00E-C82E07FE62EF}"/>
          </ac:spMkLst>
        </pc:spChg>
        <pc:spChg chg="add">
          <ac:chgData name="Abdullahi Saliu" userId="44f647e9d08cd165" providerId="Windows Live" clId="Web-{0A979320-D94B-4C32-B640-8DDD3011EA87}" dt="2025-03-21T13:22:05.306" v="3222"/>
          <ac:spMkLst>
            <pc:docMk/>
            <pc:sldMk cId="1615246955" sldId="344"/>
            <ac:spMk id="13" creationId="{D07DD2DE-F619-49DD-B5E7-03A290FF4ED1}"/>
          </ac:spMkLst>
        </pc:spChg>
        <pc:spChg chg="add">
          <ac:chgData name="Abdullahi Saliu" userId="44f647e9d08cd165" providerId="Windows Live" clId="Web-{0A979320-D94B-4C32-B640-8DDD3011EA87}" dt="2025-03-21T13:22:05.306" v="3222"/>
          <ac:spMkLst>
            <pc:docMk/>
            <pc:sldMk cId="1615246955" sldId="344"/>
            <ac:spMk id="15" creationId="{85149191-5F60-4A28-AAFF-039F96B0F3EC}"/>
          </ac:spMkLst>
        </pc:spChg>
        <pc:spChg chg="add">
          <ac:chgData name="Abdullahi Saliu" userId="44f647e9d08cd165" providerId="Windows Live" clId="Web-{0A979320-D94B-4C32-B640-8DDD3011EA87}" dt="2025-03-21T13:22:05.306" v="3222"/>
          <ac:spMkLst>
            <pc:docMk/>
            <pc:sldMk cId="1615246955" sldId="344"/>
            <ac:spMk id="17" creationId="{F8260ED5-17F7-4158-B241-D51DD4CF1B7E}"/>
          </ac:spMkLst>
        </pc:spChg>
        <pc:picChg chg="add mod ord">
          <ac:chgData name="Abdullahi Saliu" userId="44f647e9d08cd165" providerId="Windows Live" clId="Web-{0A979320-D94B-4C32-B640-8DDD3011EA87}" dt="2025-03-21T13:22:05.306" v="3222"/>
          <ac:picMkLst>
            <pc:docMk/>
            <pc:sldMk cId="1615246955" sldId="344"/>
            <ac:picMk id="4" creationId="{86DD074B-3D13-1E32-6686-3C36C0E06B68}"/>
          </ac:picMkLst>
        </pc:picChg>
      </pc:sldChg>
      <pc:sldChg chg="addSp delSp modSp new mod setBg">
        <pc:chgData name="Abdullahi Saliu" userId="44f647e9d08cd165" providerId="Windows Live" clId="Web-{0A979320-D94B-4C32-B640-8DDD3011EA87}" dt="2025-03-21T13:24:09.451" v="3255" actId="20577"/>
        <pc:sldMkLst>
          <pc:docMk/>
          <pc:sldMk cId="321388863" sldId="345"/>
        </pc:sldMkLst>
        <pc:spChg chg="mod">
          <ac:chgData name="Abdullahi Saliu" userId="44f647e9d08cd165" providerId="Windows Live" clId="Web-{0A979320-D94B-4C32-B640-8DDD3011EA87}" dt="2025-03-21T13:24:09.451" v="3255" actId="20577"/>
          <ac:spMkLst>
            <pc:docMk/>
            <pc:sldMk cId="321388863" sldId="345"/>
            <ac:spMk id="2" creationId="{0C65B769-9825-D5E6-60F9-DBF968FD0FBA}"/>
          </ac:spMkLst>
        </pc:spChg>
        <pc:spChg chg="del">
          <ac:chgData name="Abdullahi Saliu" userId="44f647e9d08cd165" providerId="Windows Live" clId="Web-{0A979320-D94B-4C32-B640-8DDD3011EA87}" dt="2025-03-21T13:22:57.261" v="3224"/>
          <ac:spMkLst>
            <pc:docMk/>
            <pc:sldMk cId="321388863" sldId="345"/>
            <ac:spMk id="3" creationId="{E8A8D02F-B8EC-F2D2-0323-8CA39060EAF6}"/>
          </ac:spMkLst>
        </pc:spChg>
        <pc:spChg chg="add">
          <ac:chgData name="Abdullahi Saliu" userId="44f647e9d08cd165" providerId="Windows Live" clId="Web-{0A979320-D94B-4C32-B640-8DDD3011EA87}" dt="2025-03-21T13:23:54.107" v="3246"/>
          <ac:spMkLst>
            <pc:docMk/>
            <pc:sldMk cId="321388863" sldId="345"/>
            <ac:spMk id="10" creationId="{99ED5833-B85B-4103-8A3B-CAB0308E6C15}"/>
          </ac:spMkLst>
        </pc:spChg>
        <pc:picChg chg="add mod ord">
          <ac:chgData name="Abdullahi Saliu" userId="44f647e9d08cd165" providerId="Windows Live" clId="Web-{0A979320-D94B-4C32-B640-8DDD3011EA87}" dt="2025-03-21T13:23:54.107" v="3246"/>
          <ac:picMkLst>
            <pc:docMk/>
            <pc:sldMk cId="321388863" sldId="345"/>
            <ac:picMk id="4" creationId="{F6C37B30-E646-0345-703B-68AD9715F25E}"/>
          </ac:picMkLst>
        </pc:picChg>
        <pc:picChg chg="add mod">
          <ac:chgData name="Abdullahi Saliu" userId="44f647e9d08cd165" providerId="Windows Live" clId="Web-{0A979320-D94B-4C32-B640-8DDD3011EA87}" dt="2025-03-21T13:23:54.107" v="3246"/>
          <ac:picMkLst>
            <pc:docMk/>
            <pc:sldMk cId="321388863" sldId="345"/>
            <ac:picMk id="5" creationId="{A5B71797-98A4-CBB1-34BC-AA18FC72B32A}"/>
          </ac:picMkLst>
        </pc:picChg>
      </pc:sldChg>
      <pc:sldChg chg="addSp delSp modSp new mod setBg">
        <pc:chgData name="Abdullahi Saliu" userId="44f647e9d08cd165" providerId="Windows Live" clId="Web-{0A979320-D94B-4C32-B640-8DDD3011EA87}" dt="2025-03-21T13:25:19.282" v="3281"/>
        <pc:sldMkLst>
          <pc:docMk/>
          <pc:sldMk cId="2287111703" sldId="346"/>
        </pc:sldMkLst>
        <pc:spChg chg="mod">
          <ac:chgData name="Abdullahi Saliu" userId="44f647e9d08cd165" providerId="Windows Live" clId="Web-{0A979320-D94B-4C32-B640-8DDD3011EA87}" dt="2025-03-21T13:25:19.282" v="3281"/>
          <ac:spMkLst>
            <pc:docMk/>
            <pc:sldMk cId="2287111703" sldId="346"/>
            <ac:spMk id="2" creationId="{83179DEE-D038-4286-8F80-46AAA8B4F860}"/>
          </ac:spMkLst>
        </pc:spChg>
        <pc:spChg chg="del">
          <ac:chgData name="Abdullahi Saliu" userId="44f647e9d08cd165" providerId="Windows Live" clId="Web-{0A979320-D94B-4C32-B640-8DDD3011EA87}" dt="2025-03-21T13:24:29.561" v="3257"/>
          <ac:spMkLst>
            <pc:docMk/>
            <pc:sldMk cId="2287111703" sldId="346"/>
            <ac:spMk id="3" creationId="{63E4E192-144A-F326-4162-EFDAB0D4948A}"/>
          </ac:spMkLst>
        </pc:spChg>
        <pc:spChg chg="add">
          <ac:chgData name="Abdullahi Saliu" userId="44f647e9d08cd165" providerId="Windows Live" clId="Web-{0A979320-D94B-4C32-B640-8DDD3011EA87}" dt="2025-03-21T13:25:19.282" v="3281"/>
          <ac:spMkLst>
            <pc:docMk/>
            <pc:sldMk cId="2287111703" sldId="346"/>
            <ac:spMk id="10" creationId="{2151139A-886F-4B97-8815-729AD3831BBD}"/>
          </ac:spMkLst>
        </pc:spChg>
        <pc:spChg chg="add">
          <ac:chgData name="Abdullahi Saliu" userId="44f647e9d08cd165" providerId="Windows Live" clId="Web-{0A979320-D94B-4C32-B640-8DDD3011EA87}" dt="2025-03-21T13:25:19.282" v="3281"/>
          <ac:spMkLst>
            <pc:docMk/>
            <pc:sldMk cId="2287111703" sldId="346"/>
            <ac:spMk id="12" creationId="{AB5E08C4-8CDD-4623-A5B8-E998C6DEE3B7}"/>
          </ac:spMkLst>
        </pc:spChg>
        <pc:spChg chg="add">
          <ac:chgData name="Abdullahi Saliu" userId="44f647e9d08cd165" providerId="Windows Live" clId="Web-{0A979320-D94B-4C32-B640-8DDD3011EA87}" dt="2025-03-21T13:25:19.282" v="3281"/>
          <ac:spMkLst>
            <pc:docMk/>
            <pc:sldMk cId="2287111703" sldId="346"/>
            <ac:spMk id="14" creationId="{15F33878-D502-4FFA-8ACE-F2AECDB2A23F}"/>
          </ac:spMkLst>
        </pc:spChg>
        <pc:spChg chg="add">
          <ac:chgData name="Abdullahi Saliu" userId="44f647e9d08cd165" providerId="Windows Live" clId="Web-{0A979320-D94B-4C32-B640-8DDD3011EA87}" dt="2025-03-21T13:25:19.282" v="3281"/>
          <ac:spMkLst>
            <pc:docMk/>
            <pc:sldMk cId="2287111703" sldId="346"/>
            <ac:spMk id="16" creationId="{D3539FEE-81D3-4406-802E-60B20B16F4F6}"/>
          </ac:spMkLst>
        </pc:spChg>
        <pc:spChg chg="add">
          <ac:chgData name="Abdullahi Saliu" userId="44f647e9d08cd165" providerId="Windows Live" clId="Web-{0A979320-D94B-4C32-B640-8DDD3011EA87}" dt="2025-03-21T13:25:19.282" v="3281"/>
          <ac:spMkLst>
            <pc:docMk/>
            <pc:sldMk cId="2287111703" sldId="346"/>
            <ac:spMk id="18" creationId="{DC701763-729E-462F-A5A8-E0DEFEB1E2E4}"/>
          </ac:spMkLst>
        </pc:spChg>
        <pc:picChg chg="add mod ord">
          <ac:chgData name="Abdullahi Saliu" userId="44f647e9d08cd165" providerId="Windows Live" clId="Web-{0A979320-D94B-4C32-B640-8DDD3011EA87}" dt="2025-03-21T13:25:19.282" v="3281"/>
          <ac:picMkLst>
            <pc:docMk/>
            <pc:sldMk cId="2287111703" sldId="346"/>
            <ac:picMk id="4" creationId="{41A423DD-8525-22BE-C863-FB141F2E9C9A}"/>
          </ac:picMkLst>
        </pc:picChg>
        <pc:picChg chg="add mod">
          <ac:chgData name="Abdullahi Saliu" userId="44f647e9d08cd165" providerId="Windows Live" clId="Web-{0A979320-D94B-4C32-B640-8DDD3011EA87}" dt="2025-03-21T13:25:19.282" v="3281"/>
          <ac:picMkLst>
            <pc:docMk/>
            <pc:sldMk cId="2287111703" sldId="346"/>
            <ac:picMk id="5" creationId="{D839BFBF-49E1-696E-8B5E-9FB68043BEA4}"/>
          </ac:picMkLst>
        </pc:picChg>
      </pc:sldChg>
      <pc:sldChg chg="addSp delSp modSp new mod setBg">
        <pc:chgData name="Abdullahi Saliu" userId="44f647e9d08cd165" providerId="Windows Live" clId="Web-{0A979320-D94B-4C32-B640-8DDD3011EA87}" dt="2025-03-21T13:27:05.332" v="3306" actId="1076"/>
        <pc:sldMkLst>
          <pc:docMk/>
          <pc:sldMk cId="1565728149" sldId="347"/>
        </pc:sldMkLst>
        <pc:spChg chg="mod">
          <ac:chgData name="Abdullahi Saliu" userId="44f647e9d08cd165" providerId="Windows Live" clId="Web-{0A979320-D94B-4C32-B640-8DDD3011EA87}" dt="2025-03-21T13:26:37.284" v="3302" actId="20577"/>
          <ac:spMkLst>
            <pc:docMk/>
            <pc:sldMk cId="1565728149" sldId="347"/>
            <ac:spMk id="2" creationId="{629CCCC7-9C8A-F966-A678-32F82911A6C2}"/>
          </ac:spMkLst>
        </pc:spChg>
        <pc:spChg chg="del">
          <ac:chgData name="Abdullahi Saliu" userId="44f647e9d08cd165" providerId="Windows Live" clId="Web-{0A979320-D94B-4C32-B640-8DDD3011EA87}" dt="2025-03-21T13:25:51.548" v="3283"/>
          <ac:spMkLst>
            <pc:docMk/>
            <pc:sldMk cId="1565728149" sldId="347"/>
            <ac:spMk id="3" creationId="{A5AE9905-2E78-0603-537F-17704947025A}"/>
          </ac:spMkLst>
        </pc:spChg>
        <pc:spChg chg="add">
          <ac:chgData name="Abdullahi Saliu" userId="44f647e9d08cd165" providerId="Windows Live" clId="Web-{0A979320-D94B-4C32-B640-8DDD3011EA87}" dt="2025-03-21T13:26:18.503" v="3285"/>
          <ac:spMkLst>
            <pc:docMk/>
            <pc:sldMk cId="1565728149" sldId="347"/>
            <ac:spMk id="10" creationId="{2151139A-886F-4B97-8815-729AD3831BBD}"/>
          </ac:spMkLst>
        </pc:spChg>
        <pc:spChg chg="add">
          <ac:chgData name="Abdullahi Saliu" userId="44f647e9d08cd165" providerId="Windows Live" clId="Web-{0A979320-D94B-4C32-B640-8DDD3011EA87}" dt="2025-03-21T13:26:18.503" v="3285"/>
          <ac:spMkLst>
            <pc:docMk/>
            <pc:sldMk cId="1565728149" sldId="347"/>
            <ac:spMk id="12" creationId="{AB5E08C4-8CDD-4623-A5B8-E998C6DEE3B7}"/>
          </ac:spMkLst>
        </pc:spChg>
        <pc:spChg chg="add">
          <ac:chgData name="Abdullahi Saliu" userId="44f647e9d08cd165" providerId="Windows Live" clId="Web-{0A979320-D94B-4C32-B640-8DDD3011EA87}" dt="2025-03-21T13:26:18.503" v="3285"/>
          <ac:spMkLst>
            <pc:docMk/>
            <pc:sldMk cId="1565728149" sldId="347"/>
            <ac:spMk id="14" creationId="{15F33878-D502-4FFA-8ACE-F2AECDB2A23F}"/>
          </ac:spMkLst>
        </pc:spChg>
        <pc:spChg chg="add">
          <ac:chgData name="Abdullahi Saliu" userId="44f647e9d08cd165" providerId="Windows Live" clId="Web-{0A979320-D94B-4C32-B640-8DDD3011EA87}" dt="2025-03-21T13:26:18.503" v="3285"/>
          <ac:spMkLst>
            <pc:docMk/>
            <pc:sldMk cId="1565728149" sldId="347"/>
            <ac:spMk id="16" creationId="{D3539FEE-81D3-4406-802E-60B20B16F4F6}"/>
          </ac:spMkLst>
        </pc:spChg>
        <pc:spChg chg="add">
          <ac:chgData name="Abdullahi Saliu" userId="44f647e9d08cd165" providerId="Windows Live" clId="Web-{0A979320-D94B-4C32-B640-8DDD3011EA87}" dt="2025-03-21T13:26:18.503" v="3285"/>
          <ac:spMkLst>
            <pc:docMk/>
            <pc:sldMk cId="1565728149" sldId="347"/>
            <ac:spMk id="18" creationId="{DC701763-729E-462F-A5A8-E0DEFEB1E2E4}"/>
          </ac:spMkLst>
        </pc:spChg>
        <pc:picChg chg="add mod ord">
          <ac:chgData name="Abdullahi Saliu" userId="44f647e9d08cd165" providerId="Windows Live" clId="Web-{0A979320-D94B-4C32-B640-8DDD3011EA87}" dt="2025-03-21T13:27:05.332" v="3306" actId="1076"/>
          <ac:picMkLst>
            <pc:docMk/>
            <pc:sldMk cId="1565728149" sldId="347"/>
            <ac:picMk id="4" creationId="{CB868FC6-A8C5-7674-F131-6A52A158D2F1}"/>
          </ac:picMkLst>
        </pc:picChg>
        <pc:picChg chg="add mod">
          <ac:chgData name="Abdullahi Saliu" userId="44f647e9d08cd165" providerId="Windows Live" clId="Web-{0A979320-D94B-4C32-B640-8DDD3011EA87}" dt="2025-03-21T13:26:58.176" v="3304" actId="1076"/>
          <ac:picMkLst>
            <pc:docMk/>
            <pc:sldMk cId="1565728149" sldId="347"/>
            <ac:picMk id="5" creationId="{744F42BE-D7D7-9415-C112-F8C4D79548F1}"/>
          </ac:picMkLst>
        </pc:picChg>
      </pc:sldChg>
      <pc:sldChg chg="addSp delSp modSp new mod setBg">
        <pc:chgData name="Abdullahi Saliu" userId="44f647e9d08cd165" providerId="Windows Live" clId="Web-{0A979320-D94B-4C32-B640-8DDD3011EA87}" dt="2025-03-21T13:28:51.320" v="3311"/>
        <pc:sldMkLst>
          <pc:docMk/>
          <pc:sldMk cId="4287992370" sldId="348"/>
        </pc:sldMkLst>
        <pc:spChg chg="mod">
          <ac:chgData name="Abdullahi Saliu" userId="44f647e9d08cd165" providerId="Windows Live" clId="Web-{0A979320-D94B-4C32-B640-8DDD3011EA87}" dt="2025-03-21T13:28:51.320" v="3311"/>
          <ac:spMkLst>
            <pc:docMk/>
            <pc:sldMk cId="4287992370" sldId="348"/>
            <ac:spMk id="2" creationId="{E3C13046-51F7-D82B-FD49-4278021744B1}"/>
          </ac:spMkLst>
        </pc:spChg>
        <pc:spChg chg="del">
          <ac:chgData name="Abdullahi Saliu" userId="44f647e9d08cd165" providerId="Windows Live" clId="Web-{0A979320-D94B-4C32-B640-8DDD3011EA87}" dt="2025-03-21T13:27:42.021" v="3308"/>
          <ac:spMkLst>
            <pc:docMk/>
            <pc:sldMk cId="4287992370" sldId="348"/>
            <ac:spMk id="3" creationId="{BA86AFA2-719E-0E78-359C-F894070E7FBF}"/>
          </ac:spMkLst>
        </pc:spChg>
        <pc:spChg chg="add">
          <ac:chgData name="Abdullahi Saliu" userId="44f647e9d08cd165" providerId="Windows Live" clId="Web-{0A979320-D94B-4C32-B640-8DDD3011EA87}" dt="2025-03-21T13:28:51.320" v="3311"/>
          <ac:spMkLst>
            <pc:docMk/>
            <pc:sldMk cId="4287992370" sldId="348"/>
            <ac:spMk id="10" creationId="{2151139A-886F-4B97-8815-729AD3831BBD}"/>
          </ac:spMkLst>
        </pc:spChg>
        <pc:spChg chg="add">
          <ac:chgData name="Abdullahi Saliu" userId="44f647e9d08cd165" providerId="Windows Live" clId="Web-{0A979320-D94B-4C32-B640-8DDD3011EA87}" dt="2025-03-21T13:28:51.320" v="3311"/>
          <ac:spMkLst>
            <pc:docMk/>
            <pc:sldMk cId="4287992370" sldId="348"/>
            <ac:spMk id="12" creationId="{AB5E08C4-8CDD-4623-A5B8-E998C6DEE3B7}"/>
          </ac:spMkLst>
        </pc:spChg>
        <pc:spChg chg="add">
          <ac:chgData name="Abdullahi Saliu" userId="44f647e9d08cd165" providerId="Windows Live" clId="Web-{0A979320-D94B-4C32-B640-8DDD3011EA87}" dt="2025-03-21T13:28:51.320" v="3311"/>
          <ac:spMkLst>
            <pc:docMk/>
            <pc:sldMk cId="4287992370" sldId="348"/>
            <ac:spMk id="14" creationId="{15F33878-D502-4FFA-8ACE-F2AECDB2A23F}"/>
          </ac:spMkLst>
        </pc:spChg>
        <pc:spChg chg="add">
          <ac:chgData name="Abdullahi Saliu" userId="44f647e9d08cd165" providerId="Windows Live" clId="Web-{0A979320-D94B-4C32-B640-8DDD3011EA87}" dt="2025-03-21T13:28:51.320" v="3311"/>
          <ac:spMkLst>
            <pc:docMk/>
            <pc:sldMk cId="4287992370" sldId="348"/>
            <ac:spMk id="16" creationId="{D3539FEE-81D3-4406-802E-60B20B16F4F6}"/>
          </ac:spMkLst>
        </pc:spChg>
        <pc:spChg chg="add">
          <ac:chgData name="Abdullahi Saliu" userId="44f647e9d08cd165" providerId="Windows Live" clId="Web-{0A979320-D94B-4C32-B640-8DDD3011EA87}" dt="2025-03-21T13:28:51.320" v="3311"/>
          <ac:spMkLst>
            <pc:docMk/>
            <pc:sldMk cId="4287992370" sldId="348"/>
            <ac:spMk id="18" creationId="{DC701763-729E-462F-A5A8-E0DEFEB1E2E4}"/>
          </ac:spMkLst>
        </pc:spChg>
        <pc:picChg chg="add mod ord">
          <ac:chgData name="Abdullahi Saliu" userId="44f647e9d08cd165" providerId="Windows Live" clId="Web-{0A979320-D94B-4C32-B640-8DDD3011EA87}" dt="2025-03-21T13:28:51.320" v="3311"/>
          <ac:picMkLst>
            <pc:docMk/>
            <pc:sldMk cId="4287992370" sldId="348"/>
            <ac:picMk id="4" creationId="{30317F58-8739-AC45-E0FA-8F69E18F737C}"/>
          </ac:picMkLst>
        </pc:picChg>
        <pc:picChg chg="add mod">
          <ac:chgData name="Abdullahi Saliu" userId="44f647e9d08cd165" providerId="Windows Live" clId="Web-{0A979320-D94B-4C32-B640-8DDD3011EA87}" dt="2025-03-21T13:28:51.320" v="3311"/>
          <ac:picMkLst>
            <pc:docMk/>
            <pc:sldMk cId="4287992370" sldId="348"/>
            <ac:picMk id="5" creationId="{5C285DAD-F973-1DCF-71D2-4CE006FB66BA}"/>
          </ac:picMkLst>
        </pc:picChg>
      </pc:sldChg>
      <pc:sldChg chg="addSp delSp modSp new mod setBg">
        <pc:chgData name="Abdullahi Saliu" userId="44f647e9d08cd165" providerId="Windows Live" clId="Web-{0A979320-D94B-4C32-B640-8DDD3011EA87}" dt="2025-03-21T13:30:28.417" v="3316"/>
        <pc:sldMkLst>
          <pc:docMk/>
          <pc:sldMk cId="625819119" sldId="349"/>
        </pc:sldMkLst>
        <pc:spChg chg="mod">
          <ac:chgData name="Abdullahi Saliu" userId="44f647e9d08cd165" providerId="Windows Live" clId="Web-{0A979320-D94B-4C32-B640-8DDD3011EA87}" dt="2025-03-21T13:30:28.417" v="3316"/>
          <ac:spMkLst>
            <pc:docMk/>
            <pc:sldMk cId="625819119" sldId="349"/>
            <ac:spMk id="2" creationId="{41D2C9BA-607E-0925-7BCA-4E42E0B66A92}"/>
          </ac:spMkLst>
        </pc:spChg>
        <pc:spChg chg="del">
          <ac:chgData name="Abdullahi Saliu" userId="44f647e9d08cd165" providerId="Windows Live" clId="Web-{0A979320-D94B-4C32-B640-8DDD3011EA87}" dt="2025-03-21T13:29:28.337" v="3313"/>
          <ac:spMkLst>
            <pc:docMk/>
            <pc:sldMk cId="625819119" sldId="349"/>
            <ac:spMk id="3" creationId="{61A80191-2E05-A5A4-B0A8-CCC60825B889}"/>
          </ac:spMkLst>
        </pc:spChg>
        <pc:spChg chg="add">
          <ac:chgData name="Abdullahi Saliu" userId="44f647e9d08cd165" providerId="Windows Live" clId="Web-{0A979320-D94B-4C32-B640-8DDD3011EA87}" dt="2025-03-21T13:30:28.417" v="3316"/>
          <ac:spMkLst>
            <pc:docMk/>
            <pc:sldMk cId="625819119" sldId="349"/>
            <ac:spMk id="10" creationId="{2151139A-886F-4B97-8815-729AD3831BBD}"/>
          </ac:spMkLst>
        </pc:spChg>
        <pc:spChg chg="add">
          <ac:chgData name="Abdullahi Saliu" userId="44f647e9d08cd165" providerId="Windows Live" clId="Web-{0A979320-D94B-4C32-B640-8DDD3011EA87}" dt="2025-03-21T13:30:28.417" v="3316"/>
          <ac:spMkLst>
            <pc:docMk/>
            <pc:sldMk cId="625819119" sldId="349"/>
            <ac:spMk id="12" creationId="{AB5E08C4-8CDD-4623-A5B8-E998C6DEE3B7}"/>
          </ac:spMkLst>
        </pc:spChg>
        <pc:spChg chg="add">
          <ac:chgData name="Abdullahi Saliu" userId="44f647e9d08cd165" providerId="Windows Live" clId="Web-{0A979320-D94B-4C32-B640-8DDD3011EA87}" dt="2025-03-21T13:30:28.417" v="3316"/>
          <ac:spMkLst>
            <pc:docMk/>
            <pc:sldMk cId="625819119" sldId="349"/>
            <ac:spMk id="14" creationId="{15F33878-D502-4FFA-8ACE-F2AECDB2A23F}"/>
          </ac:spMkLst>
        </pc:spChg>
        <pc:spChg chg="add">
          <ac:chgData name="Abdullahi Saliu" userId="44f647e9d08cd165" providerId="Windows Live" clId="Web-{0A979320-D94B-4C32-B640-8DDD3011EA87}" dt="2025-03-21T13:30:28.417" v="3316"/>
          <ac:spMkLst>
            <pc:docMk/>
            <pc:sldMk cId="625819119" sldId="349"/>
            <ac:spMk id="16" creationId="{D3539FEE-81D3-4406-802E-60B20B16F4F6}"/>
          </ac:spMkLst>
        </pc:spChg>
        <pc:spChg chg="add">
          <ac:chgData name="Abdullahi Saliu" userId="44f647e9d08cd165" providerId="Windows Live" clId="Web-{0A979320-D94B-4C32-B640-8DDD3011EA87}" dt="2025-03-21T13:30:28.417" v="3316"/>
          <ac:spMkLst>
            <pc:docMk/>
            <pc:sldMk cId="625819119" sldId="349"/>
            <ac:spMk id="18" creationId="{DC701763-729E-462F-A5A8-E0DEFEB1E2E4}"/>
          </ac:spMkLst>
        </pc:spChg>
        <pc:picChg chg="add mod ord">
          <ac:chgData name="Abdullahi Saliu" userId="44f647e9d08cd165" providerId="Windows Live" clId="Web-{0A979320-D94B-4C32-B640-8DDD3011EA87}" dt="2025-03-21T13:30:28.417" v="3316"/>
          <ac:picMkLst>
            <pc:docMk/>
            <pc:sldMk cId="625819119" sldId="349"/>
            <ac:picMk id="4" creationId="{61FB892F-72A4-E5D2-4696-8B4E75683D10}"/>
          </ac:picMkLst>
        </pc:picChg>
        <pc:picChg chg="add mod">
          <ac:chgData name="Abdullahi Saliu" userId="44f647e9d08cd165" providerId="Windows Live" clId="Web-{0A979320-D94B-4C32-B640-8DDD3011EA87}" dt="2025-03-21T13:30:28.417" v="3316"/>
          <ac:picMkLst>
            <pc:docMk/>
            <pc:sldMk cId="625819119" sldId="349"/>
            <ac:picMk id="5" creationId="{4C3D54BF-15D1-123C-56A2-2F580C3FBDFA}"/>
          </ac:picMkLst>
        </pc:picChg>
      </pc:sldChg>
      <pc:sldChg chg="addSp delSp modSp new mod setBg">
        <pc:chgData name="Abdullahi Saliu" userId="44f647e9d08cd165" providerId="Windows Live" clId="Web-{0A979320-D94B-4C32-B640-8DDD3011EA87}" dt="2025-03-21T13:32:05.514" v="3351"/>
        <pc:sldMkLst>
          <pc:docMk/>
          <pc:sldMk cId="3360187156" sldId="350"/>
        </pc:sldMkLst>
        <pc:spChg chg="mod">
          <ac:chgData name="Abdullahi Saliu" userId="44f647e9d08cd165" providerId="Windows Live" clId="Web-{0A979320-D94B-4C32-B640-8DDD3011EA87}" dt="2025-03-21T13:32:05.514" v="3351"/>
          <ac:spMkLst>
            <pc:docMk/>
            <pc:sldMk cId="3360187156" sldId="350"/>
            <ac:spMk id="2" creationId="{7FE1BC65-183A-E6E8-3F83-16CF1E1A0623}"/>
          </ac:spMkLst>
        </pc:spChg>
        <pc:spChg chg="del">
          <ac:chgData name="Abdullahi Saliu" userId="44f647e9d08cd165" providerId="Windows Live" clId="Web-{0A979320-D94B-4C32-B640-8DDD3011EA87}" dt="2025-03-21T13:31:00.028" v="3318"/>
          <ac:spMkLst>
            <pc:docMk/>
            <pc:sldMk cId="3360187156" sldId="350"/>
            <ac:spMk id="3" creationId="{6B09D4F2-3125-070D-E1FB-F370C40173B3}"/>
          </ac:spMkLst>
        </pc:spChg>
        <pc:spChg chg="add">
          <ac:chgData name="Abdullahi Saliu" userId="44f647e9d08cd165" providerId="Windows Live" clId="Web-{0A979320-D94B-4C32-B640-8DDD3011EA87}" dt="2025-03-21T13:32:05.514" v="3351"/>
          <ac:spMkLst>
            <pc:docMk/>
            <pc:sldMk cId="3360187156" sldId="350"/>
            <ac:spMk id="9" creationId="{A8384FB5-9ADC-4DDC-881B-597D56F5B15D}"/>
          </ac:spMkLst>
        </pc:spChg>
        <pc:spChg chg="add">
          <ac:chgData name="Abdullahi Saliu" userId="44f647e9d08cd165" providerId="Windows Live" clId="Web-{0A979320-D94B-4C32-B640-8DDD3011EA87}" dt="2025-03-21T13:32:05.514" v="3351"/>
          <ac:spMkLst>
            <pc:docMk/>
            <pc:sldMk cId="3360187156" sldId="350"/>
            <ac:spMk id="11" creationId="{91E5A9A7-95C6-4F4F-B00E-C82E07FE62EF}"/>
          </ac:spMkLst>
        </pc:spChg>
        <pc:spChg chg="add">
          <ac:chgData name="Abdullahi Saliu" userId="44f647e9d08cd165" providerId="Windows Live" clId="Web-{0A979320-D94B-4C32-B640-8DDD3011EA87}" dt="2025-03-21T13:32:05.514" v="3351"/>
          <ac:spMkLst>
            <pc:docMk/>
            <pc:sldMk cId="3360187156" sldId="350"/>
            <ac:spMk id="13" creationId="{D07DD2DE-F619-49DD-B5E7-03A290FF4ED1}"/>
          </ac:spMkLst>
        </pc:spChg>
        <pc:spChg chg="add">
          <ac:chgData name="Abdullahi Saliu" userId="44f647e9d08cd165" providerId="Windows Live" clId="Web-{0A979320-D94B-4C32-B640-8DDD3011EA87}" dt="2025-03-21T13:32:05.514" v="3351"/>
          <ac:spMkLst>
            <pc:docMk/>
            <pc:sldMk cId="3360187156" sldId="350"/>
            <ac:spMk id="15" creationId="{85149191-5F60-4A28-AAFF-039F96B0F3EC}"/>
          </ac:spMkLst>
        </pc:spChg>
        <pc:spChg chg="add">
          <ac:chgData name="Abdullahi Saliu" userId="44f647e9d08cd165" providerId="Windows Live" clId="Web-{0A979320-D94B-4C32-B640-8DDD3011EA87}" dt="2025-03-21T13:32:05.514" v="3351"/>
          <ac:spMkLst>
            <pc:docMk/>
            <pc:sldMk cId="3360187156" sldId="350"/>
            <ac:spMk id="17" creationId="{F8260ED5-17F7-4158-B241-D51DD4CF1B7E}"/>
          </ac:spMkLst>
        </pc:spChg>
        <pc:picChg chg="add mod ord">
          <ac:chgData name="Abdullahi Saliu" userId="44f647e9d08cd165" providerId="Windows Live" clId="Web-{0A979320-D94B-4C32-B640-8DDD3011EA87}" dt="2025-03-21T13:32:05.514" v="3351"/>
          <ac:picMkLst>
            <pc:docMk/>
            <pc:sldMk cId="3360187156" sldId="350"/>
            <ac:picMk id="4" creationId="{72208004-6B13-14C4-1494-C21750BB5270}"/>
          </ac:picMkLst>
        </pc:picChg>
      </pc:sldChg>
      <pc:sldChg chg="addSp modSp new mod setBg">
        <pc:chgData name="Abdullahi Saliu" userId="44f647e9d08cd165" providerId="Windows Live" clId="Web-{0A979320-D94B-4C32-B640-8DDD3011EA87}" dt="2025-03-21T13:42:23.598" v="3620"/>
        <pc:sldMkLst>
          <pc:docMk/>
          <pc:sldMk cId="594561455" sldId="351"/>
        </pc:sldMkLst>
        <pc:spChg chg="mod">
          <ac:chgData name="Abdullahi Saliu" userId="44f647e9d08cd165" providerId="Windows Live" clId="Web-{0A979320-D94B-4C32-B640-8DDD3011EA87}" dt="2025-03-21T13:42:23.598" v="3620"/>
          <ac:spMkLst>
            <pc:docMk/>
            <pc:sldMk cId="594561455" sldId="351"/>
            <ac:spMk id="2" creationId="{12BF6E4D-3ED4-8184-9028-0C5AB711EEE5}"/>
          </ac:spMkLst>
        </pc:spChg>
        <pc:spChg chg="mod">
          <ac:chgData name="Abdullahi Saliu" userId="44f647e9d08cd165" providerId="Windows Live" clId="Web-{0A979320-D94B-4C32-B640-8DDD3011EA87}" dt="2025-03-21T13:42:23.598" v="3620"/>
          <ac:spMkLst>
            <pc:docMk/>
            <pc:sldMk cId="594561455" sldId="351"/>
            <ac:spMk id="3" creationId="{B024D318-5A07-79CC-92F6-AFFB9C83010D}"/>
          </ac:spMkLst>
        </pc:spChg>
        <pc:spChg chg="add">
          <ac:chgData name="Abdullahi Saliu" userId="44f647e9d08cd165" providerId="Windows Live" clId="Web-{0A979320-D94B-4C32-B640-8DDD3011EA87}" dt="2025-03-21T13:42:23.598" v="3620"/>
          <ac:spMkLst>
            <pc:docMk/>
            <pc:sldMk cId="594561455" sldId="351"/>
            <ac:spMk id="8" creationId="{09588DA8-065E-4F6F-8EFD-43104AB2E0CF}"/>
          </ac:spMkLst>
        </pc:spChg>
        <pc:spChg chg="add">
          <ac:chgData name="Abdullahi Saliu" userId="44f647e9d08cd165" providerId="Windows Live" clId="Web-{0A979320-D94B-4C32-B640-8DDD3011EA87}" dt="2025-03-21T13:42:23.598" v="3620"/>
          <ac:spMkLst>
            <pc:docMk/>
            <pc:sldMk cId="594561455" sldId="351"/>
            <ac:spMk id="10" creationId="{C4285719-470E-454C-AF62-8323075F1F5B}"/>
          </ac:spMkLst>
        </pc:spChg>
        <pc:spChg chg="add">
          <ac:chgData name="Abdullahi Saliu" userId="44f647e9d08cd165" providerId="Windows Live" clId="Web-{0A979320-D94B-4C32-B640-8DDD3011EA87}" dt="2025-03-21T13:42:23.598" v="3620"/>
          <ac:spMkLst>
            <pc:docMk/>
            <pc:sldMk cId="594561455" sldId="351"/>
            <ac:spMk id="12" creationId="{CD9FE4EF-C4D8-49A0-B2FF-81D8DB7D8A24}"/>
          </ac:spMkLst>
        </pc:spChg>
        <pc:spChg chg="add">
          <ac:chgData name="Abdullahi Saliu" userId="44f647e9d08cd165" providerId="Windows Live" clId="Web-{0A979320-D94B-4C32-B640-8DDD3011EA87}" dt="2025-03-21T13:42:23.598" v="3620"/>
          <ac:spMkLst>
            <pc:docMk/>
            <pc:sldMk cId="594561455" sldId="351"/>
            <ac:spMk id="14" creationId="{4300840D-0A0B-4512-BACA-B439D5B9C57C}"/>
          </ac:spMkLst>
        </pc:spChg>
        <pc:spChg chg="add">
          <ac:chgData name="Abdullahi Saliu" userId="44f647e9d08cd165" providerId="Windows Live" clId="Web-{0A979320-D94B-4C32-B640-8DDD3011EA87}" dt="2025-03-21T13:42:23.598" v="3620"/>
          <ac:spMkLst>
            <pc:docMk/>
            <pc:sldMk cId="594561455" sldId="351"/>
            <ac:spMk id="16" creationId="{D2B78728-A580-49A7-84F9-6EF6F583ADE0}"/>
          </ac:spMkLst>
        </pc:spChg>
        <pc:spChg chg="add">
          <ac:chgData name="Abdullahi Saliu" userId="44f647e9d08cd165" providerId="Windows Live" clId="Web-{0A979320-D94B-4C32-B640-8DDD3011EA87}" dt="2025-03-21T13:42:23.598" v="3620"/>
          <ac:spMkLst>
            <pc:docMk/>
            <pc:sldMk cId="594561455" sldId="351"/>
            <ac:spMk id="18" creationId="{38FAA1A1-D861-433F-88FA-1E9D6FD31D11}"/>
          </ac:spMkLst>
        </pc:spChg>
        <pc:spChg chg="add">
          <ac:chgData name="Abdullahi Saliu" userId="44f647e9d08cd165" providerId="Windows Live" clId="Web-{0A979320-D94B-4C32-B640-8DDD3011EA87}" dt="2025-03-21T13:42:23.598" v="3620"/>
          <ac:spMkLst>
            <pc:docMk/>
            <pc:sldMk cId="594561455" sldId="351"/>
            <ac:spMk id="20" creationId="{8D71EDA1-87BF-4D5D-AB79-F346FD19278A}"/>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4800D8-F9A2-42DB-B655-13F85413AA6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39439AD-3D70-4653-A2C0-75A015816A34}">
      <dgm:prSet/>
      <dgm:spPr/>
      <dgm:t>
        <a:bodyPr/>
        <a:lstStyle/>
        <a:p>
          <a:pPr>
            <a:lnSpc>
              <a:spcPct val="100000"/>
            </a:lnSpc>
          </a:pPr>
          <a:r>
            <a:rPr lang="en-US"/>
            <a:t>we are creating a total of 3 security groups:</a:t>
          </a:r>
        </a:p>
      </dgm:t>
    </dgm:pt>
    <dgm:pt modelId="{303B6C16-5C02-4D48-95AD-20AA332982E4}" type="parTrans" cxnId="{78438C45-D570-44F2-B446-9974F2997C43}">
      <dgm:prSet/>
      <dgm:spPr/>
      <dgm:t>
        <a:bodyPr/>
        <a:lstStyle/>
        <a:p>
          <a:endParaRPr lang="en-US"/>
        </a:p>
      </dgm:t>
    </dgm:pt>
    <dgm:pt modelId="{56D13311-422B-49A6-8C2D-9AB487A48E4D}" type="sibTrans" cxnId="{78438C45-D570-44F2-B446-9974F2997C43}">
      <dgm:prSet/>
      <dgm:spPr/>
      <dgm:t>
        <a:bodyPr/>
        <a:lstStyle/>
        <a:p>
          <a:endParaRPr lang="en-US"/>
        </a:p>
      </dgm:t>
    </dgm:pt>
    <dgm:pt modelId="{F882BFC2-C6BE-4B00-B496-D6E338089AE6}">
      <dgm:prSet/>
      <dgm:spPr/>
      <dgm:t>
        <a:bodyPr/>
        <a:lstStyle/>
        <a:p>
          <a:pPr>
            <a:lnSpc>
              <a:spcPct val="100000"/>
            </a:lnSpc>
          </a:pPr>
          <a:r>
            <a:rPr lang="en-US"/>
            <a:t>1. For the Elastic Application Load Balancer, the rule will be http, &amp; Https with default port 443.</a:t>
          </a:r>
        </a:p>
      </dgm:t>
    </dgm:pt>
    <dgm:pt modelId="{BEFDC2C2-B6A4-4892-955E-051124A7AC8C}" type="parTrans" cxnId="{2BB07B5F-73E7-4CB2-A974-52C5B64BEC98}">
      <dgm:prSet/>
      <dgm:spPr/>
      <dgm:t>
        <a:bodyPr/>
        <a:lstStyle/>
        <a:p>
          <a:endParaRPr lang="en-US"/>
        </a:p>
      </dgm:t>
    </dgm:pt>
    <dgm:pt modelId="{2E13FE6F-D0D7-4554-BC3A-A63E6110FB3B}" type="sibTrans" cxnId="{2BB07B5F-73E7-4CB2-A974-52C5B64BEC98}">
      <dgm:prSet/>
      <dgm:spPr/>
      <dgm:t>
        <a:bodyPr/>
        <a:lstStyle/>
        <a:p>
          <a:endParaRPr lang="en-US"/>
        </a:p>
      </dgm:t>
    </dgm:pt>
    <dgm:pt modelId="{340FB2E1-5B06-4CC7-9819-DD82782A5DFB}">
      <dgm:prSet/>
      <dgm:spPr/>
      <dgm:t>
        <a:bodyPr/>
        <a:lstStyle/>
        <a:p>
          <a:pPr>
            <a:lnSpc>
              <a:spcPct val="100000"/>
            </a:lnSpc>
          </a:pPr>
          <a:r>
            <a:rPr lang="en-US"/>
            <a:t>2. Application (Tomcat), rule will be port 8080 allowed from the LoadBalancer Security Group,</a:t>
          </a:r>
        </a:p>
      </dgm:t>
    </dgm:pt>
    <dgm:pt modelId="{8BD3B857-E938-4260-8590-40A487D0EB50}" type="parTrans" cxnId="{32801CAF-AED5-46F8-B2DE-5452D421D375}">
      <dgm:prSet/>
      <dgm:spPr/>
      <dgm:t>
        <a:bodyPr/>
        <a:lstStyle/>
        <a:p>
          <a:endParaRPr lang="en-US"/>
        </a:p>
      </dgm:t>
    </dgm:pt>
    <dgm:pt modelId="{B405961B-B0D7-44D7-B2D7-15DC2A8ED105}" type="sibTrans" cxnId="{32801CAF-AED5-46F8-B2DE-5452D421D375}">
      <dgm:prSet/>
      <dgm:spPr/>
      <dgm:t>
        <a:bodyPr/>
        <a:lstStyle/>
        <a:p>
          <a:endParaRPr lang="en-US"/>
        </a:p>
      </dgm:t>
    </dgm:pt>
    <dgm:pt modelId="{D2C4865E-0F55-4A61-8FF1-8824BC4FA0AB}">
      <dgm:prSet/>
      <dgm:spPr/>
      <dgm:t>
        <a:bodyPr/>
        <a:lstStyle/>
        <a:p>
          <a:pPr>
            <a:lnSpc>
              <a:spcPct val="100000"/>
            </a:lnSpc>
          </a:pPr>
          <a:r>
            <a:rPr lang="en-US"/>
            <a:t>Also allow port 22 for ssh. At the end it will also connect with the backend services such as mysql, memcached, &amp; rabbitMQ.</a:t>
          </a:r>
        </a:p>
      </dgm:t>
    </dgm:pt>
    <dgm:pt modelId="{21345873-D77F-4235-BD59-45DFB0633028}" type="parTrans" cxnId="{DA723A42-BF4B-4091-ACBC-3F605FC04294}">
      <dgm:prSet/>
      <dgm:spPr/>
      <dgm:t>
        <a:bodyPr/>
        <a:lstStyle/>
        <a:p>
          <a:endParaRPr lang="en-US"/>
        </a:p>
      </dgm:t>
    </dgm:pt>
    <dgm:pt modelId="{0C59FA24-63B5-46A9-AD8B-29FE1891F118}" type="sibTrans" cxnId="{DA723A42-BF4B-4091-ACBC-3F605FC04294}">
      <dgm:prSet/>
      <dgm:spPr/>
      <dgm:t>
        <a:bodyPr/>
        <a:lstStyle/>
        <a:p>
          <a:endParaRPr lang="en-US"/>
        </a:p>
      </dgm:t>
    </dgm:pt>
    <dgm:pt modelId="{148F511E-73D4-413B-BC6D-BA588453BF52}">
      <dgm:prSet/>
      <dgm:spPr/>
      <dgm:t>
        <a:bodyPr/>
        <a:lstStyle/>
        <a:p>
          <a:pPr>
            <a:lnSpc>
              <a:spcPct val="100000"/>
            </a:lnSpc>
          </a:pPr>
          <a:r>
            <a:rPr lang="en-US"/>
            <a:t>3. the Backend services SG such as the Mysql, Memcached, and the RabbitMQ.</a:t>
          </a:r>
        </a:p>
      </dgm:t>
    </dgm:pt>
    <dgm:pt modelId="{3DB69CEB-047C-470A-B035-BCDB1055F432}" type="parTrans" cxnId="{61A5A899-E787-413F-A74E-E6D8BECEEA40}">
      <dgm:prSet/>
      <dgm:spPr/>
      <dgm:t>
        <a:bodyPr/>
        <a:lstStyle/>
        <a:p>
          <a:endParaRPr lang="en-US"/>
        </a:p>
      </dgm:t>
    </dgm:pt>
    <dgm:pt modelId="{B209C155-AC89-4392-ACEE-EAE1F1F46BA6}" type="sibTrans" cxnId="{61A5A899-E787-413F-A74E-E6D8BECEEA40}">
      <dgm:prSet/>
      <dgm:spPr/>
      <dgm:t>
        <a:bodyPr/>
        <a:lstStyle/>
        <a:p>
          <a:endParaRPr lang="en-US"/>
        </a:p>
      </dgm:t>
    </dgm:pt>
    <dgm:pt modelId="{77B152B6-870B-4C49-B669-A39B2F3661A2}" type="pres">
      <dgm:prSet presAssocID="{7C4800D8-F9A2-42DB-B655-13F85413AA67}" presName="root" presStyleCnt="0">
        <dgm:presLayoutVars>
          <dgm:dir/>
          <dgm:resizeHandles val="exact"/>
        </dgm:presLayoutVars>
      </dgm:prSet>
      <dgm:spPr/>
    </dgm:pt>
    <dgm:pt modelId="{41940905-8139-46D4-93EA-6E7033523679}" type="pres">
      <dgm:prSet presAssocID="{A39439AD-3D70-4653-A2C0-75A015816A34}" presName="compNode" presStyleCnt="0"/>
      <dgm:spPr/>
    </dgm:pt>
    <dgm:pt modelId="{E89063E1-4584-41F9-8965-949E9C62E9FD}" type="pres">
      <dgm:prSet presAssocID="{A39439AD-3D70-4653-A2C0-75A015816A3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s"/>
        </a:ext>
      </dgm:extLst>
    </dgm:pt>
    <dgm:pt modelId="{7183AF04-72C7-472C-BCEF-550E15E862FD}" type="pres">
      <dgm:prSet presAssocID="{A39439AD-3D70-4653-A2C0-75A015816A34}" presName="spaceRect" presStyleCnt="0"/>
      <dgm:spPr/>
    </dgm:pt>
    <dgm:pt modelId="{D999A745-8216-482E-A2B4-E707DD15DA55}" type="pres">
      <dgm:prSet presAssocID="{A39439AD-3D70-4653-A2C0-75A015816A34}" presName="textRect" presStyleLbl="revTx" presStyleIdx="0" presStyleCnt="5">
        <dgm:presLayoutVars>
          <dgm:chMax val="1"/>
          <dgm:chPref val="1"/>
        </dgm:presLayoutVars>
      </dgm:prSet>
      <dgm:spPr/>
    </dgm:pt>
    <dgm:pt modelId="{7E87DC24-2738-41E3-ABF3-56DE8B1A8BA6}" type="pres">
      <dgm:prSet presAssocID="{56D13311-422B-49A6-8C2D-9AB487A48E4D}" presName="sibTrans" presStyleCnt="0"/>
      <dgm:spPr/>
    </dgm:pt>
    <dgm:pt modelId="{7977CEF8-1FC0-4609-9FD8-5870EB499E32}" type="pres">
      <dgm:prSet presAssocID="{F882BFC2-C6BE-4B00-B496-D6E338089AE6}" presName="compNode" presStyleCnt="0"/>
      <dgm:spPr/>
    </dgm:pt>
    <dgm:pt modelId="{0C3956F2-06D1-4853-B674-74C3E71FE504}" type="pres">
      <dgm:prSet presAssocID="{F882BFC2-C6BE-4B00-B496-D6E338089AE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370DD135-8CB0-4466-B036-752471827FA7}" type="pres">
      <dgm:prSet presAssocID="{F882BFC2-C6BE-4B00-B496-D6E338089AE6}" presName="spaceRect" presStyleCnt="0"/>
      <dgm:spPr/>
    </dgm:pt>
    <dgm:pt modelId="{7CEF0226-89D9-4D04-8020-D60F95C4273A}" type="pres">
      <dgm:prSet presAssocID="{F882BFC2-C6BE-4B00-B496-D6E338089AE6}" presName="textRect" presStyleLbl="revTx" presStyleIdx="1" presStyleCnt="5">
        <dgm:presLayoutVars>
          <dgm:chMax val="1"/>
          <dgm:chPref val="1"/>
        </dgm:presLayoutVars>
      </dgm:prSet>
      <dgm:spPr/>
    </dgm:pt>
    <dgm:pt modelId="{7D505203-CCAC-4885-AFE7-63B0EBDBD3C2}" type="pres">
      <dgm:prSet presAssocID="{2E13FE6F-D0D7-4554-BC3A-A63E6110FB3B}" presName="sibTrans" presStyleCnt="0"/>
      <dgm:spPr/>
    </dgm:pt>
    <dgm:pt modelId="{19FA1916-7936-44E2-AF63-322E48B5B7C3}" type="pres">
      <dgm:prSet presAssocID="{340FB2E1-5B06-4CC7-9819-DD82782A5DFB}" presName="compNode" presStyleCnt="0"/>
      <dgm:spPr/>
    </dgm:pt>
    <dgm:pt modelId="{E631516A-A5FD-480E-AF06-5B7E9DE30778}" type="pres">
      <dgm:prSet presAssocID="{340FB2E1-5B06-4CC7-9819-DD82782A5DF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k"/>
        </a:ext>
      </dgm:extLst>
    </dgm:pt>
    <dgm:pt modelId="{CD846468-E341-4459-8BA1-CD972A8BF27A}" type="pres">
      <dgm:prSet presAssocID="{340FB2E1-5B06-4CC7-9819-DD82782A5DFB}" presName="spaceRect" presStyleCnt="0"/>
      <dgm:spPr/>
    </dgm:pt>
    <dgm:pt modelId="{7110CAE6-F0A4-4BB2-A662-1982089B8541}" type="pres">
      <dgm:prSet presAssocID="{340FB2E1-5B06-4CC7-9819-DD82782A5DFB}" presName="textRect" presStyleLbl="revTx" presStyleIdx="2" presStyleCnt="5">
        <dgm:presLayoutVars>
          <dgm:chMax val="1"/>
          <dgm:chPref val="1"/>
        </dgm:presLayoutVars>
      </dgm:prSet>
      <dgm:spPr/>
    </dgm:pt>
    <dgm:pt modelId="{A768AFAF-E92A-4E39-9799-633A5C07F0D0}" type="pres">
      <dgm:prSet presAssocID="{B405961B-B0D7-44D7-B2D7-15DC2A8ED105}" presName="sibTrans" presStyleCnt="0"/>
      <dgm:spPr/>
    </dgm:pt>
    <dgm:pt modelId="{1EFCB702-448A-46D4-A989-64687BDB1BAC}" type="pres">
      <dgm:prSet presAssocID="{D2C4865E-0F55-4A61-8FF1-8824BC4FA0AB}" presName="compNode" presStyleCnt="0"/>
      <dgm:spPr/>
    </dgm:pt>
    <dgm:pt modelId="{C357DBB6-7BAE-4666-A3AF-0617B6A02B43}" type="pres">
      <dgm:prSet presAssocID="{D2C4865E-0F55-4A61-8FF1-8824BC4FA0A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lowchart"/>
        </a:ext>
      </dgm:extLst>
    </dgm:pt>
    <dgm:pt modelId="{76C70F07-77E6-478F-B48F-90547BBE954C}" type="pres">
      <dgm:prSet presAssocID="{D2C4865E-0F55-4A61-8FF1-8824BC4FA0AB}" presName="spaceRect" presStyleCnt="0"/>
      <dgm:spPr/>
    </dgm:pt>
    <dgm:pt modelId="{D487866C-C723-4501-A872-2BE2D8D3A7E6}" type="pres">
      <dgm:prSet presAssocID="{D2C4865E-0F55-4A61-8FF1-8824BC4FA0AB}" presName="textRect" presStyleLbl="revTx" presStyleIdx="3" presStyleCnt="5">
        <dgm:presLayoutVars>
          <dgm:chMax val="1"/>
          <dgm:chPref val="1"/>
        </dgm:presLayoutVars>
      </dgm:prSet>
      <dgm:spPr/>
    </dgm:pt>
    <dgm:pt modelId="{B02E98E1-F9CA-4184-A696-BF11E95FFBDC}" type="pres">
      <dgm:prSet presAssocID="{0C59FA24-63B5-46A9-AD8B-29FE1891F118}" presName="sibTrans" presStyleCnt="0"/>
      <dgm:spPr/>
    </dgm:pt>
    <dgm:pt modelId="{B3684179-CAF5-45B1-9F07-F7D5AEC2D37C}" type="pres">
      <dgm:prSet presAssocID="{148F511E-73D4-413B-BC6D-BA588453BF52}" presName="compNode" presStyleCnt="0"/>
      <dgm:spPr/>
    </dgm:pt>
    <dgm:pt modelId="{7F999FE9-B167-420D-AA30-B6D4221353F7}" type="pres">
      <dgm:prSet presAssocID="{148F511E-73D4-413B-BC6D-BA588453BF5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9084B5C7-C45C-470B-9ED4-9449E50816D3}" type="pres">
      <dgm:prSet presAssocID="{148F511E-73D4-413B-BC6D-BA588453BF52}" presName="spaceRect" presStyleCnt="0"/>
      <dgm:spPr/>
    </dgm:pt>
    <dgm:pt modelId="{96F4BAA1-3A14-492D-9E7A-C1A6362662ED}" type="pres">
      <dgm:prSet presAssocID="{148F511E-73D4-413B-BC6D-BA588453BF52}" presName="textRect" presStyleLbl="revTx" presStyleIdx="4" presStyleCnt="5">
        <dgm:presLayoutVars>
          <dgm:chMax val="1"/>
          <dgm:chPref val="1"/>
        </dgm:presLayoutVars>
      </dgm:prSet>
      <dgm:spPr/>
    </dgm:pt>
  </dgm:ptLst>
  <dgm:cxnLst>
    <dgm:cxn modelId="{491FE208-C02F-4D77-8D18-16DE0CAFB463}" type="presOf" srcId="{F882BFC2-C6BE-4B00-B496-D6E338089AE6}" destId="{7CEF0226-89D9-4D04-8020-D60F95C4273A}" srcOrd="0" destOrd="0" presId="urn:microsoft.com/office/officeart/2018/2/layout/IconLabelList"/>
    <dgm:cxn modelId="{2BB07B5F-73E7-4CB2-A974-52C5B64BEC98}" srcId="{7C4800D8-F9A2-42DB-B655-13F85413AA67}" destId="{F882BFC2-C6BE-4B00-B496-D6E338089AE6}" srcOrd="1" destOrd="0" parTransId="{BEFDC2C2-B6A4-4892-955E-051124A7AC8C}" sibTransId="{2E13FE6F-D0D7-4554-BC3A-A63E6110FB3B}"/>
    <dgm:cxn modelId="{DA723A42-BF4B-4091-ACBC-3F605FC04294}" srcId="{7C4800D8-F9A2-42DB-B655-13F85413AA67}" destId="{D2C4865E-0F55-4A61-8FF1-8824BC4FA0AB}" srcOrd="3" destOrd="0" parTransId="{21345873-D77F-4235-BD59-45DFB0633028}" sibTransId="{0C59FA24-63B5-46A9-AD8B-29FE1891F118}"/>
    <dgm:cxn modelId="{78438C45-D570-44F2-B446-9974F2997C43}" srcId="{7C4800D8-F9A2-42DB-B655-13F85413AA67}" destId="{A39439AD-3D70-4653-A2C0-75A015816A34}" srcOrd="0" destOrd="0" parTransId="{303B6C16-5C02-4D48-95AD-20AA332982E4}" sibTransId="{56D13311-422B-49A6-8C2D-9AB487A48E4D}"/>
    <dgm:cxn modelId="{C99BC97D-530C-41DD-B6AB-CC0F58C8CB63}" type="presOf" srcId="{D2C4865E-0F55-4A61-8FF1-8824BC4FA0AB}" destId="{D487866C-C723-4501-A872-2BE2D8D3A7E6}" srcOrd="0" destOrd="0" presId="urn:microsoft.com/office/officeart/2018/2/layout/IconLabelList"/>
    <dgm:cxn modelId="{4CE7E185-BBA0-42DF-8280-20BBF0D79C7E}" type="presOf" srcId="{A39439AD-3D70-4653-A2C0-75A015816A34}" destId="{D999A745-8216-482E-A2B4-E707DD15DA55}" srcOrd="0" destOrd="0" presId="urn:microsoft.com/office/officeart/2018/2/layout/IconLabelList"/>
    <dgm:cxn modelId="{61A5A899-E787-413F-A74E-E6D8BECEEA40}" srcId="{7C4800D8-F9A2-42DB-B655-13F85413AA67}" destId="{148F511E-73D4-413B-BC6D-BA588453BF52}" srcOrd="4" destOrd="0" parTransId="{3DB69CEB-047C-470A-B035-BCDB1055F432}" sibTransId="{B209C155-AC89-4392-ACEE-EAE1F1F46BA6}"/>
    <dgm:cxn modelId="{7D158CA4-C0C2-453D-BF40-FB6696B8A45F}" type="presOf" srcId="{340FB2E1-5B06-4CC7-9819-DD82782A5DFB}" destId="{7110CAE6-F0A4-4BB2-A662-1982089B8541}" srcOrd="0" destOrd="0" presId="urn:microsoft.com/office/officeart/2018/2/layout/IconLabelList"/>
    <dgm:cxn modelId="{32801CAF-AED5-46F8-B2DE-5452D421D375}" srcId="{7C4800D8-F9A2-42DB-B655-13F85413AA67}" destId="{340FB2E1-5B06-4CC7-9819-DD82782A5DFB}" srcOrd="2" destOrd="0" parTransId="{8BD3B857-E938-4260-8590-40A487D0EB50}" sibTransId="{B405961B-B0D7-44D7-B2D7-15DC2A8ED105}"/>
    <dgm:cxn modelId="{82DAAFC6-F6CB-4E69-84C2-2C5BF5082006}" type="presOf" srcId="{7C4800D8-F9A2-42DB-B655-13F85413AA67}" destId="{77B152B6-870B-4C49-B669-A39B2F3661A2}" srcOrd="0" destOrd="0" presId="urn:microsoft.com/office/officeart/2018/2/layout/IconLabelList"/>
    <dgm:cxn modelId="{CD029AEE-CD5F-4CA3-8E86-E42CDE62D5DE}" type="presOf" srcId="{148F511E-73D4-413B-BC6D-BA588453BF52}" destId="{96F4BAA1-3A14-492D-9E7A-C1A6362662ED}" srcOrd="0" destOrd="0" presId="urn:microsoft.com/office/officeart/2018/2/layout/IconLabelList"/>
    <dgm:cxn modelId="{F4A19035-7521-420C-937F-39B5DDE711EA}" type="presParOf" srcId="{77B152B6-870B-4C49-B669-A39B2F3661A2}" destId="{41940905-8139-46D4-93EA-6E7033523679}" srcOrd="0" destOrd="0" presId="urn:microsoft.com/office/officeart/2018/2/layout/IconLabelList"/>
    <dgm:cxn modelId="{764E2115-F4D5-4B79-9AF6-9A23F6C5B58B}" type="presParOf" srcId="{41940905-8139-46D4-93EA-6E7033523679}" destId="{E89063E1-4584-41F9-8965-949E9C62E9FD}" srcOrd="0" destOrd="0" presId="urn:microsoft.com/office/officeart/2018/2/layout/IconLabelList"/>
    <dgm:cxn modelId="{B5DD596C-C37A-4199-8A8C-5DD22423B7B1}" type="presParOf" srcId="{41940905-8139-46D4-93EA-6E7033523679}" destId="{7183AF04-72C7-472C-BCEF-550E15E862FD}" srcOrd="1" destOrd="0" presId="urn:microsoft.com/office/officeart/2018/2/layout/IconLabelList"/>
    <dgm:cxn modelId="{F5B0BAD1-949B-49A9-9E57-FBFA25348255}" type="presParOf" srcId="{41940905-8139-46D4-93EA-6E7033523679}" destId="{D999A745-8216-482E-A2B4-E707DD15DA55}" srcOrd="2" destOrd="0" presId="urn:microsoft.com/office/officeart/2018/2/layout/IconLabelList"/>
    <dgm:cxn modelId="{75703D32-813A-4531-9F00-25913AC357EC}" type="presParOf" srcId="{77B152B6-870B-4C49-B669-A39B2F3661A2}" destId="{7E87DC24-2738-41E3-ABF3-56DE8B1A8BA6}" srcOrd="1" destOrd="0" presId="urn:microsoft.com/office/officeart/2018/2/layout/IconLabelList"/>
    <dgm:cxn modelId="{8FECF313-BFD2-4888-8BC8-21DA57C376A8}" type="presParOf" srcId="{77B152B6-870B-4C49-B669-A39B2F3661A2}" destId="{7977CEF8-1FC0-4609-9FD8-5870EB499E32}" srcOrd="2" destOrd="0" presId="urn:microsoft.com/office/officeart/2018/2/layout/IconLabelList"/>
    <dgm:cxn modelId="{85B47D55-DDED-4C5A-B72D-3448F726086B}" type="presParOf" srcId="{7977CEF8-1FC0-4609-9FD8-5870EB499E32}" destId="{0C3956F2-06D1-4853-B674-74C3E71FE504}" srcOrd="0" destOrd="0" presId="urn:microsoft.com/office/officeart/2018/2/layout/IconLabelList"/>
    <dgm:cxn modelId="{A686CC95-AB1F-438A-8224-56CB71A16A79}" type="presParOf" srcId="{7977CEF8-1FC0-4609-9FD8-5870EB499E32}" destId="{370DD135-8CB0-4466-B036-752471827FA7}" srcOrd="1" destOrd="0" presId="urn:microsoft.com/office/officeart/2018/2/layout/IconLabelList"/>
    <dgm:cxn modelId="{1764A39C-60B5-4CB4-8A55-6C6CBC182402}" type="presParOf" srcId="{7977CEF8-1FC0-4609-9FD8-5870EB499E32}" destId="{7CEF0226-89D9-4D04-8020-D60F95C4273A}" srcOrd="2" destOrd="0" presId="urn:microsoft.com/office/officeart/2018/2/layout/IconLabelList"/>
    <dgm:cxn modelId="{9DE7A1C7-B1EE-4CCF-B5B8-65C1C696ADAF}" type="presParOf" srcId="{77B152B6-870B-4C49-B669-A39B2F3661A2}" destId="{7D505203-CCAC-4885-AFE7-63B0EBDBD3C2}" srcOrd="3" destOrd="0" presId="urn:microsoft.com/office/officeart/2018/2/layout/IconLabelList"/>
    <dgm:cxn modelId="{3D82DC7E-C192-43CF-B010-9941B74798F0}" type="presParOf" srcId="{77B152B6-870B-4C49-B669-A39B2F3661A2}" destId="{19FA1916-7936-44E2-AF63-322E48B5B7C3}" srcOrd="4" destOrd="0" presId="urn:microsoft.com/office/officeart/2018/2/layout/IconLabelList"/>
    <dgm:cxn modelId="{0EF079F9-8273-40D2-A31E-FD0B966F41B2}" type="presParOf" srcId="{19FA1916-7936-44E2-AF63-322E48B5B7C3}" destId="{E631516A-A5FD-480E-AF06-5B7E9DE30778}" srcOrd="0" destOrd="0" presId="urn:microsoft.com/office/officeart/2018/2/layout/IconLabelList"/>
    <dgm:cxn modelId="{32BEC3FC-1475-4EF6-8D8D-A761CDC2FE94}" type="presParOf" srcId="{19FA1916-7936-44E2-AF63-322E48B5B7C3}" destId="{CD846468-E341-4459-8BA1-CD972A8BF27A}" srcOrd="1" destOrd="0" presId="urn:microsoft.com/office/officeart/2018/2/layout/IconLabelList"/>
    <dgm:cxn modelId="{2938A4E1-979E-4089-A09D-993750516B60}" type="presParOf" srcId="{19FA1916-7936-44E2-AF63-322E48B5B7C3}" destId="{7110CAE6-F0A4-4BB2-A662-1982089B8541}" srcOrd="2" destOrd="0" presId="urn:microsoft.com/office/officeart/2018/2/layout/IconLabelList"/>
    <dgm:cxn modelId="{A29352DC-49F5-411F-9640-FB4F7A60D19B}" type="presParOf" srcId="{77B152B6-870B-4C49-B669-A39B2F3661A2}" destId="{A768AFAF-E92A-4E39-9799-633A5C07F0D0}" srcOrd="5" destOrd="0" presId="urn:microsoft.com/office/officeart/2018/2/layout/IconLabelList"/>
    <dgm:cxn modelId="{4BDD49B7-62EF-494B-B897-34A44E3D0C1B}" type="presParOf" srcId="{77B152B6-870B-4C49-B669-A39B2F3661A2}" destId="{1EFCB702-448A-46D4-A989-64687BDB1BAC}" srcOrd="6" destOrd="0" presId="urn:microsoft.com/office/officeart/2018/2/layout/IconLabelList"/>
    <dgm:cxn modelId="{A56E504E-C8BC-4A0F-A826-40781B583162}" type="presParOf" srcId="{1EFCB702-448A-46D4-A989-64687BDB1BAC}" destId="{C357DBB6-7BAE-4666-A3AF-0617B6A02B43}" srcOrd="0" destOrd="0" presId="urn:microsoft.com/office/officeart/2018/2/layout/IconLabelList"/>
    <dgm:cxn modelId="{1F1E7D42-36FA-41A2-AED6-0873028C76D7}" type="presParOf" srcId="{1EFCB702-448A-46D4-A989-64687BDB1BAC}" destId="{76C70F07-77E6-478F-B48F-90547BBE954C}" srcOrd="1" destOrd="0" presId="urn:microsoft.com/office/officeart/2018/2/layout/IconLabelList"/>
    <dgm:cxn modelId="{FD588AB1-C145-4DE7-9259-9B910C983597}" type="presParOf" srcId="{1EFCB702-448A-46D4-A989-64687BDB1BAC}" destId="{D487866C-C723-4501-A872-2BE2D8D3A7E6}" srcOrd="2" destOrd="0" presId="urn:microsoft.com/office/officeart/2018/2/layout/IconLabelList"/>
    <dgm:cxn modelId="{60208C54-3F34-49E2-BAB3-DE4E0F7F7DFF}" type="presParOf" srcId="{77B152B6-870B-4C49-B669-A39B2F3661A2}" destId="{B02E98E1-F9CA-4184-A696-BF11E95FFBDC}" srcOrd="7" destOrd="0" presId="urn:microsoft.com/office/officeart/2018/2/layout/IconLabelList"/>
    <dgm:cxn modelId="{EACA7BE6-5796-4170-B3E6-DB499A037CDD}" type="presParOf" srcId="{77B152B6-870B-4C49-B669-A39B2F3661A2}" destId="{B3684179-CAF5-45B1-9F07-F7D5AEC2D37C}" srcOrd="8" destOrd="0" presId="urn:microsoft.com/office/officeart/2018/2/layout/IconLabelList"/>
    <dgm:cxn modelId="{1EB4B317-8D32-404F-82DC-027FC28E3AA2}" type="presParOf" srcId="{B3684179-CAF5-45B1-9F07-F7D5AEC2D37C}" destId="{7F999FE9-B167-420D-AA30-B6D4221353F7}" srcOrd="0" destOrd="0" presId="urn:microsoft.com/office/officeart/2018/2/layout/IconLabelList"/>
    <dgm:cxn modelId="{48E0369C-C4F5-4951-B06D-05609B045DB6}" type="presParOf" srcId="{B3684179-CAF5-45B1-9F07-F7D5AEC2D37C}" destId="{9084B5C7-C45C-470B-9ED4-9449E50816D3}" srcOrd="1" destOrd="0" presId="urn:microsoft.com/office/officeart/2018/2/layout/IconLabelList"/>
    <dgm:cxn modelId="{FD2958A0-1290-4108-8556-DDD10F16D63F}" type="presParOf" srcId="{B3684179-CAF5-45B1-9F07-F7D5AEC2D37C}" destId="{96F4BAA1-3A14-492D-9E7A-C1A6362662E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063E1-4584-41F9-8965-949E9C62E9FD}">
      <dsp:nvSpPr>
        <dsp:cNvPr id="0" name=""/>
        <dsp:cNvSpPr/>
      </dsp:nvSpPr>
      <dsp:spPr>
        <a:xfrm>
          <a:off x="622800" y="1340029"/>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99A745-8216-482E-A2B4-E707DD15DA55}">
      <dsp:nvSpPr>
        <dsp:cNvPr id="0" name=""/>
        <dsp:cNvSpPr/>
      </dsp:nvSpPr>
      <dsp:spPr>
        <a:xfrm>
          <a:off x="127800" y="2443855"/>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we are creating a total of 3 security groups:</a:t>
          </a:r>
        </a:p>
      </dsp:txBody>
      <dsp:txXfrm>
        <a:off x="127800" y="2443855"/>
        <a:ext cx="1800000" cy="855000"/>
      </dsp:txXfrm>
    </dsp:sp>
    <dsp:sp modelId="{0C3956F2-06D1-4853-B674-74C3E71FE504}">
      <dsp:nvSpPr>
        <dsp:cNvPr id="0" name=""/>
        <dsp:cNvSpPr/>
      </dsp:nvSpPr>
      <dsp:spPr>
        <a:xfrm>
          <a:off x="2737800" y="1340029"/>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EF0226-89D9-4D04-8020-D60F95C4273A}">
      <dsp:nvSpPr>
        <dsp:cNvPr id="0" name=""/>
        <dsp:cNvSpPr/>
      </dsp:nvSpPr>
      <dsp:spPr>
        <a:xfrm>
          <a:off x="2242800" y="2443855"/>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1. For the Elastic Application Load Balancer, the rule will be http, &amp; Https with default port 443.</a:t>
          </a:r>
        </a:p>
      </dsp:txBody>
      <dsp:txXfrm>
        <a:off x="2242800" y="2443855"/>
        <a:ext cx="1800000" cy="855000"/>
      </dsp:txXfrm>
    </dsp:sp>
    <dsp:sp modelId="{E631516A-A5FD-480E-AF06-5B7E9DE30778}">
      <dsp:nvSpPr>
        <dsp:cNvPr id="0" name=""/>
        <dsp:cNvSpPr/>
      </dsp:nvSpPr>
      <dsp:spPr>
        <a:xfrm>
          <a:off x="4852800" y="1340029"/>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10CAE6-F0A4-4BB2-A662-1982089B8541}">
      <dsp:nvSpPr>
        <dsp:cNvPr id="0" name=""/>
        <dsp:cNvSpPr/>
      </dsp:nvSpPr>
      <dsp:spPr>
        <a:xfrm>
          <a:off x="4357800" y="2443855"/>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2. Application (Tomcat), rule will be port 8080 allowed from the LoadBalancer Security Group,</a:t>
          </a:r>
        </a:p>
      </dsp:txBody>
      <dsp:txXfrm>
        <a:off x="4357800" y="2443855"/>
        <a:ext cx="1800000" cy="855000"/>
      </dsp:txXfrm>
    </dsp:sp>
    <dsp:sp modelId="{C357DBB6-7BAE-4666-A3AF-0617B6A02B43}">
      <dsp:nvSpPr>
        <dsp:cNvPr id="0" name=""/>
        <dsp:cNvSpPr/>
      </dsp:nvSpPr>
      <dsp:spPr>
        <a:xfrm>
          <a:off x="6967800" y="1340029"/>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87866C-C723-4501-A872-2BE2D8D3A7E6}">
      <dsp:nvSpPr>
        <dsp:cNvPr id="0" name=""/>
        <dsp:cNvSpPr/>
      </dsp:nvSpPr>
      <dsp:spPr>
        <a:xfrm>
          <a:off x="6472800" y="2443855"/>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Also allow port 22 for ssh. At the end it will also connect with the backend services such as mysql, memcached, &amp; rabbitMQ.</a:t>
          </a:r>
        </a:p>
      </dsp:txBody>
      <dsp:txXfrm>
        <a:off x="6472800" y="2443855"/>
        <a:ext cx="1800000" cy="855000"/>
      </dsp:txXfrm>
    </dsp:sp>
    <dsp:sp modelId="{7F999FE9-B167-420D-AA30-B6D4221353F7}">
      <dsp:nvSpPr>
        <dsp:cNvPr id="0" name=""/>
        <dsp:cNvSpPr/>
      </dsp:nvSpPr>
      <dsp:spPr>
        <a:xfrm>
          <a:off x="9082800" y="1340029"/>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F4BAA1-3A14-492D-9E7A-C1A6362662ED}">
      <dsp:nvSpPr>
        <dsp:cNvPr id="0" name=""/>
        <dsp:cNvSpPr/>
      </dsp:nvSpPr>
      <dsp:spPr>
        <a:xfrm>
          <a:off x="8587800" y="2443855"/>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3. the Backend services SG such as the Mysql, Memcached, and the RabbitMQ.</a:t>
          </a:r>
        </a:p>
      </dsp:txBody>
      <dsp:txXfrm>
        <a:off x="8587800" y="2443855"/>
        <a:ext cx="1800000" cy="85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3-21T08:43:33.568"/>
    </inkml:context>
    <inkml:brush xml:id="br0">
      <inkml:brushProperty name="width" value="0.1" units="cm"/>
      <inkml:brushProperty name="height" value="0.1" units="cm"/>
      <inkml:brushProperty name="color" value="#E71224"/>
    </inkml:brush>
  </inkml:definitions>
  <inkml:trace contextRef="#ctx0" brushRef="#br0">26592 13082 16383 0 0,'-5'0'0'0'0,"-2"5"0"0"0,-3 1 0 0 0,-6 0 0 0 0,-5-1 0 0 0,-3 3 0 0 0,-2 0 0 0 0,-2 0 0 0 0,4 2 0 0 0,2-1 0 0 0,-1-1 0 0 0,-1-2 0 0 0,-1-2 0 0 0,-1-2 0 0 0,-1-2 0 0 0,4 10 0 0 0,2 2 0 0 0,-1 0 0 0 0,-1-3 0 0 0,7-2 0 0 0,8-8 0 0 0,9-3 0 0 0,4-6 0 0 0,2-6 0 0 0,0-5 0 0 0,-2-4 0 0 0,-2-1 0 0 0,-1-3 0 0 0,0 0 0 0 0,-7 5 0 0 0,-6 6 0 0 0,-1 2 0 0 0,-4 3 0 0 0,1-1 0 0 0,-2-2 0 0 0,3-4 0 0 0,-2 2 0 0 0,2-1 0 0 0,-1 3 0 0 0,2-1 0 0 0,3 3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3-21T08:43:33.569"/>
    </inkml:context>
    <inkml:brush xml:id="br0">
      <inkml:brushProperty name="width" value="0.1" units="cm"/>
      <inkml:brushProperty name="height" value="0.1" units="cm"/>
      <inkml:brushProperty name="color" value="#E71224"/>
    </inkml:brush>
  </inkml:definitions>
  <inkml:trace contextRef="#ctx0" brushRef="#br0">26829 12250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3-21T08:43:33.570"/>
    </inkml:context>
    <inkml:brush xml:id="br0">
      <inkml:brushProperty name="width" value="0.1" units="cm"/>
      <inkml:brushProperty name="height" value="0.1" units="cm"/>
      <inkml:brushProperty name="color" value="#E71224"/>
    </inkml:brush>
  </inkml:definitions>
  <inkml:trace contextRef="#ctx0" brushRef="#br0">26487 13635 16383 0 0,'0'-5'0'0'0,"0"-6"0"0"0,0 4 0 0 0,0 7 0 0 0,0 9 0 0 0,0 7 0 0 0,0 6 0 0 0,0 4 0 0 0,0 2 0 0 0,-5-3 0 0 0,-1-2 0 0 0,0 0 0 0 0,1 2 0 0 0,1 0 0 0 0,2 1 0 0 0,1 6 0 0 0,1 2 0 0 0,0-1 0 0 0,0 0 0 0 0,0-1 0 0 0,-4-7 0 0 0,-2-12 0 0 0,5-12 0 0 0,7-7 0 0 0,7-3 0 0 0,7 1 0 0 0,4 1 0 0 0,3 3 0 0 0,-3-4 0 0 0,-1-9 0 0 0,1-7 0 0 0,0-4 0 0 0,-4-2 0 0 0,0 4 0 0 0,2-8 0 0 0,0 3 0 0 0,3-4 0 0 0,1 0 0 0 0,1-4 0 0 0,0 0 0 0 0,1-3 0 0 0,0 1 0 0 0,5-6 0 0 0,2-6 0 0 0,-1-2 0 0 0,3-7 0 0 0,-4 3 0 0 0,2-3 0 0 0,-1 10 0 0 0,8-11 0 0 0,-3 1 0 0 0,7-4 0 0 0,-1-4 0 0 0,2-9 0 0 0,-2 4 0 0 0,-5 0 0 0 0,-8 4 0 0 0,-10 4 0 0 0,-4 14 0 0 0,0 1 0 0 0,-4 6 0 0 0,-3 0 0 0 0,0 3 0 0 0,8-4 0 0 0,2 0 0 0 0,0 4 0 0 0,-2 4 0 0 0,-4-1 0 0 0,-1 2 0 0 0,2-2 0 0 0,-1 1 0 0 0,-3 3 0 0 0,0 6 0 0 0,-1 5 0 0 0,2-3 0 0 0,-1-2 0 0 0,2-1 0 0 0,4 1 0 0 0,-2-4 0 0 0,1-2 0 0 0,-1 2 0 0 0,0 5 0 0 0,-2 4 0 0 0,-4 1 0 0 0,2 5 0 0 0,-2 1 0 0 0,-2-2 0 0 0,2-2 0 0 0,4-1 0 0 0,5-3 0 0 0,-2 0 0 0 0,2 3 0 0 0,-2 1 0 0 0,-5-5 0 0 0,-4-2 0 0 0,-3 3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Saliu40/currentJob-vprofile-project.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customXml" Target="../ink/ink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AWS Cloud Computing Project (Vprofile AWS Lift &amp; Shift Application Workload Project)</a:t>
            </a:r>
          </a:p>
        </p:txBody>
      </p:sp>
      <p:sp>
        <p:nvSpPr>
          <p:cNvPr id="3" name="Subtitle 2"/>
          <p:cNvSpPr>
            <a:spLocks noGrp="1"/>
          </p:cNvSpPr>
          <p:nvPr>
            <p:ph type="subTitle" idx="1"/>
          </p:nvPr>
        </p:nvSpPr>
        <p:spPr>
          <a:xfrm>
            <a:off x="6503158" y="649480"/>
            <a:ext cx="4862447" cy="5546047"/>
          </a:xfrm>
        </p:spPr>
        <p:txBody>
          <a:bodyPr vert="horz" lIns="91440" tIns="45720" rIns="91440" bIns="45720" rtlCol="0" anchor="ctr">
            <a:normAutofit/>
          </a:bodyPr>
          <a:lstStyle/>
          <a:p>
            <a:pPr algn="l"/>
            <a:r>
              <a:rPr lang="en-US" sz="2000" b="1"/>
              <a:t>Prepared &amp; Documented by Abdullahi Wisdom Saliu</a:t>
            </a:r>
            <a:endParaRPr lang="en-US"/>
          </a:p>
          <a:p>
            <a:pPr indent="-228600" algn="l">
              <a:buFont typeface="Arial" panose="020B0604020202020204" pitchFamily="34" charset="0"/>
              <a:buChar char="•"/>
            </a:pPr>
            <a:endParaRPr lang="en-US" sz="2000"/>
          </a:p>
          <a:p>
            <a:pPr indent="-228600" algn="l">
              <a:buFont typeface="Arial" panose="020B0604020202020204" pitchFamily="34" charset="0"/>
              <a:buChar char="•"/>
            </a:pPr>
            <a:r>
              <a:rPr lang="en-US" sz="2000"/>
              <a:t>Source Code: </a:t>
            </a:r>
            <a:r>
              <a:rPr lang="en-US" sz="2000" dirty="0">
                <a:hlinkClick r:id="rId2"/>
              </a:rPr>
              <a:t>https://github.com/Saliu40/currentJob-vprofile-project.git</a:t>
            </a:r>
            <a:endParaRPr lang="en-US" sz="2000" dirty="0">
              <a:hlinkClick r:id="rId2"/>
            </a:endParaRPr>
          </a:p>
          <a:p>
            <a:pPr indent="-228600" algn="l">
              <a:buFont typeface="Arial" panose="020B0604020202020204" pitchFamily="34" charset="0"/>
              <a:buChar char="•"/>
            </a:pPr>
            <a:endParaRPr lang="en-US" sz="2000" dirty="0"/>
          </a:p>
          <a:p>
            <a:pPr indent="-228600" algn="l">
              <a:buFont typeface="Arial" panose="020B0604020202020204" pitchFamily="34" charset="0"/>
              <a:buChar char="•"/>
            </a:pPr>
            <a:r>
              <a:rPr lang="en-US" sz="2000"/>
              <a:t>Switch Branch to awsLift&amp;Shift</a:t>
            </a:r>
            <a:endParaRPr lang="en-US"/>
          </a:p>
          <a:p>
            <a:pPr indent="-228600" algn="l">
              <a:buFont typeface="Arial" panose="020B0604020202020204" pitchFamily="34" charset="0"/>
              <a:buChar char="•"/>
            </a:pPr>
            <a:endParaRPr lang="en-US" sz="20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063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8D7DC1-4713-2885-1401-11ED6B4BAB9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About The Project</a:t>
            </a:r>
          </a:p>
        </p:txBody>
      </p:sp>
      <p:pic>
        <p:nvPicPr>
          <p:cNvPr id="4" name="Content Placeholder 3" descr="A screen shot of a computer&#10;&#10;AI-generated content may be incorrect.">
            <a:extLst>
              <a:ext uri="{FF2B5EF4-FFF2-40B4-BE49-F238E27FC236}">
                <a16:creationId xmlns:a16="http://schemas.microsoft.com/office/drawing/2014/main" id="{B4AA7410-C8FF-68A1-E5B4-D502DB96EEBC}"/>
              </a:ext>
            </a:extLst>
          </p:cNvPr>
          <p:cNvPicPr>
            <a:picLocks noGrp="1" noChangeAspect="1"/>
          </p:cNvPicPr>
          <p:nvPr>
            <p:ph idx="1"/>
          </p:nvPr>
        </p:nvPicPr>
        <p:blipFill>
          <a:blip r:embed="rId2"/>
          <a:stretch>
            <a:fillRect/>
          </a:stretch>
        </p:blipFill>
        <p:spPr>
          <a:xfrm>
            <a:off x="3751053" y="945573"/>
            <a:ext cx="7863934" cy="5265387"/>
          </a:xfrm>
          <a:prstGeom prst="rect">
            <a:avLst/>
          </a:prstGeom>
        </p:spPr>
      </p:pic>
    </p:spTree>
    <p:extLst>
      <p:ext uri="{BB962C8B-B14F-4D97-AF65-F5344CB8AC3E}">
        <p14:creationId xmlns:p14="http://schemas.microsoft.com/office/powerpoint/2010/main" val="3149624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4B9C174-638D-CF34-5FF9-C53F7A5CE59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This is going to be a  cloud Based Project(Running on AWS)</a:t>
            </a:r>
          </a:p>
        </p:txBody>
      </p:sp>
      <p:pic>
        <p:nvPicPr>
          <p:cNvPr id="4" name="Content Placeholder 3" descr="A screen shot of a computer screen&#10;&#10;AI-generated content may be incorrect.">
            <a:extLst>
              <a:ext uri="{FF2B5EF4-FFF2-40B4-BE49-F238E27FC236}">
                <a16:creationId xmlns:a16="http://schemas.microsoft.com/office/drawing/2014/main" id="{0D4813A7-176F-B92E-B959-4376ACD0D3BF}"/>
              </a:ext>
            </a:extLst>
          </p:cNvPr>
          <p:cNvPicPr>
            <a:picLocks noGrp="1" noChangeAspect="1"/>
          </p:cNvPicPr>
          <p:nvPr>
            <p:ph idx="1"/>
          </p:nvPr>
        </p:nvPicPr>
        <p:blipFill>
          <a:blip r:embed="rId2"/>
          <a:stretch>
            <a:fillRect/>
          </a:stretch>
        </p:blipFill>
        <p:spPr>
          <a:xfrm>
            <a:off x="4272390" y="1084145"/>
            <a:ext cx="7685823" cy="4790352"/>
          </a:xfrm>
          <a:prstGeom prst="rect">
            <a:avLst/>
          </a:prstGeom>
        </p:spPr>
      </p:pic>
    </p:spTree>
    <p:extLst>
      <p:ext uri="{BB962C8B-B14F-4D97-AF65-F5344CB8AC3E}">
        <p14:creationId xmlns:p14="http://schemas.microsoft.com/office/powerpoint/2010/main" val="159386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9D479-3577-5332-14BC-6DC7F5B7339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AWS Architectures we will be Creating</a:t>
            </a:r>
          </a:p>
        </p:txBody>
      </p:sp>
      <p:pic>
        <p:nvPicPr>
          <p:cNvPr id="4" name="Content Placeholder 3" descr="A screen shot of a computer&#10;&#10;AI-generated content may be incorrect.">
            <a:extLst>
              <a:ext uri="{FF2B5EF4-FFF2-40B4-BE49-F238E27FC236}">
                <a16:creationId xmlns:a16="http://schemas.microsoft.com/office/drawing/2014/main" id="{D3929FEB-07D3-BEB0-1598-D85F9F40EBBE}"/>
              </a:ext>
            </a:extLst>
          </p:cNvPr>
          <p:cNvPicPr>
            <a:picLocks noGrp="1" noChangeAspect="1"/>
          </p:cNvPicPr>
          <p:nvPr>
            <p:ph idx="1"/>
          </p:nvPr>
        </p:nvPicPr>
        <p:blipFill>
          <a:blip r:embed="rId2"/>
          <a:stretch>
            <a:fillRect/>
          </a:stretch>
        </p:blipFill>
        <p:spPr>
          <a:xfrm>
            <a:off x="888793" y="1966293"/>
            <a:ext cx="10414412" cy="4452160"/>
          </a:xfrm>
          <a:prstGeom prst="rect">
            <a:avLst/>
          </a:prstGeom>
        </p:spPr>
      </p:pic>
    </p:spTree>
    <p:extLst>
      <p:ext uri="{BB962C8B-B14F-4D97-AF65-F5344CB8AC3E}">
        <p14:creationId xmlns:p14="http://schemas.microsoft.com/office/powerpoint/2010/main" val="1760153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28E2DAF-6CA8-F051-8189-CD38C3BAD48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Architecture Diagram</a:t>
            </a:r>
          </a:p>
        </p:txBody>
      </p:sp>
      <p:pic>
        <p:nvPicPr>
          <p:cNvPr id="4" name="Content Placeholder 3" descr="A diagram of a security group&#10;&#10;AI-generated content may be incorrect.">
            <a:extLst>
              <a:ext uri="{FF2B5EF4-FFF2-40B4-BE49-F238E27FC236}">
                <a16:creationId xmlns:a16="http://schemas.microsoft.com/office/drawing/2014/main" id="{A96B13E1-B19E-2ED3-CDE3-31AFAF72F675}"/>
              </a:ext>
            </a:extLst>
          </p:cNvPr>
          <p:cNvPicPr>
            <a:picLocks noGrp="1" noChangeAspect="1"/>
          </p:cNvPicPr>
          <p:nvPr>
            <p:ph idx="1"/>
          </p:nvPr>
        </p:nvPicPr>
        <p:blipFill>
          <a:blip r:embed="rId2"/>
          <a:stretch>
            <a:fillRect/>
          </a:stretch>
        </p:blipFill>
        <p:spPr>
          <a:xfrm>
            <a:off x="4142994" y="626643"/>
            <a:ext cx="7829597" cy="5705355"/>
          </a:xfrm>
          <a:prstGeom prst="rect">
            <a:avLst/>
          </a:prstGeom>
        </p:spPr>
      </p:pic>
    </p:spTree>
    <p:extLst>
      <p:ext uri="{BB962C8B-B14F-4D97-AF65-F5344CB8AC3E}">
        <p14:creationId xmlns:p14="http://schemas.microsoft.com/office/powerpoint/2010/main" val="957667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5B78CCF-ADE1-2754-3B77-21C4C90A894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Flow of Execution</a:t>
            </a:r>
          </a:p>
        </p:txBody>
      </p:sp>
      <p:pic>
        <p:nvPicPr>
          <p:cNvPr id="7" name="Content Placeholder 6" descr="A white text with orange text&#10;&#10;AI-generated content may be incorrect.">
            <a:extLst>
              <a:ext uri="{FF2B5EF4-FFF2-40B4-BE49-F238E27FC236}">
                <a16:creationId xmlns:a16="http://schemas.microsoft.com/office/drawing/2014/main" id="{8D40D790-1532-020B-75A0-3969CE18E6B8}"/>
              </a:ext>
            </a:extLst>
          </p:cNvPr>
          <p:cNvPicPr>
            <a:picLocks noGrp="1" noChangeAspect="1"/>
          </p:cNvPicPr>
          <p:nvPr>
            <p:ph idx="1"/>
          </p:nvPr>
        </p:nvPicPr>
        <p:blipFill>
          <a:blip r:embed="rId2"/>
          <a:stretch>
            <a:fillRect/>
          </a:stretch>
        </p:blipFill>
        <p:spPr>
          <a:xfrm>
            <a:off x="4139430" y="847966"/>
            <a:ext cx="7910047" cy="5142092"/>
          </a:xfrm>
        </p:spPr>
      </p:pic>
    </p:spTree>
    <p:extLst>
      <p:ext uri="{BB962C8B-B14F-4D97-AF65-F5344CB8AC3E}">
        <p14:creationId xmlns:p14="http://schemas.microsoft.com/office/powerpoint/2010/main" val="4248204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27A663-87E8-B8FC-BA31-EDF7B7C32C7C}"/>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Creating AWS Account &amp; Key Pairs Gen</a:t>
            </a:r>
          </a:p>
        </p:txBody>
      </p:sp>
      <p:sp>
        <p:nvSpPr>
          <p:cNvPr id="3" name="Content Placeholder 2">
            <a:extLst>
              <a:ext uri="{FF2B5EF4-FFF2-40B4-BE49-F238E27FC236}">
                <a16:creationId xmlns:a16="http://schemas.microsoft.com/office/drawing/2014/main" id="{B23DAEE4-67A9-D7A9-0C7A-DECE197BC418}"/>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r>
              <a:rPr lang="en-US" sz="2000"/>
              <a:t>Go to AWS registration portal and Create a free tier account</a:t>
            </a:r>
          </a:p>
          <a:p>
            <a:pPr marL="0" indent="0">
              <a:buNone/>
            </a:pPr>
            <a:r>
              <a:rPr lang="en-US" sz="2000"/>
              <a:t>Fill out the necessary Information,</a:t>
            </a:r>
          </a:p>
          <a:p>
            <a:pPr marL="0" indent="0">
              <a:buNone/>
            </a:pPr>
            <a:r>
              <a:rPr lang="en-US" sz="2000"/>
              <a:t>Insert your Credit/Debit card details, and create Your Account.</a:t>
            </a:r>
          </a:p>
          <a:p>
            <a:pPr marL="0" indent="0">
              <a:buNone/>
            </a:pPr>
            <a:endParaRPr lang="en-US" sz="2000"/>
          </a:p>
          <a:p>
            <a:pPr marL="0" indent="0">
              <a:buNone/>
            </a:pPr>
            <a:r>
              <a:rPr lang="en-US" sz="2000"/>
              <a:t>After creating the AWS Account, Login, &amp; clicked on ec2, scroll down to 'key pairs' generate a .pem key pairs and download Ur private keys. Alternatively you can just generate ssh-keys on Ur local VM, copy the publickeys and upload it to the AWS key pairs and save it.</a:t>
            </a:r>
          </a:p>
          <a:p>
            <a:endParaRPr lang="en-US" sz="2000"/>
          </a:p>
        </p:txBody>
      </p:sp>
    </p:spTree>
    <p:extLst>
      <p:ext uri="{BB962C8B-B14F-4D97-AF65-F5344CB8AC3E}">
        <p14:creationId xmlns:p14="http://schemas.microsoft.com/office/powerpoint/2010/main" val="2166055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7F49-FA8D-08DB-1D68-3D7E3AD96C34}"/>
              </a:ext>
            </a:extLst>
          </p:cNvPr>
          <p:cNvSpPr>
            <a:spLocks noGrp="1"/>
          </p:cNvSpPr>
          <p:nvPr>
            <p:ph type="title"/>
          </p:nvPr>
        </p:nvSpPr>
        <p:spPr>
          <a:xfrm>
            <a:off x="838200" y="365125"/>
            <a:ext cx="10515600" cy="1296809"/>
          </a:xfrm>
        </p:spPr>
        <p:txBody>
          <a:bodyPr>
            <a:normAutofit fontScale="90000"/>
          </a:bodyPr>
          <a:lstStyle/>
          <a:p>
            <a:r>
              <a:rPr lang="en-US" dirty="0"/>
              <a:t>Creating Security Group for  my Services</a:t>
            </a:r>
            <a:br>
              <a:rPr lang="en-US" dirty="0"/>
            </a:br>
            <a:endParaRPr lang="en-US"/>
          </a:p>
        </p:txBody>
      </p:sp>
      <p:graphicFrame>
        <p:nvGraphicFramePr>
          <p:cNvPr id="8" name="Content Placeholder 5">
            <a:extLst>
              <a:ext uri="{FF2B5EF4-FFF2-40B4-BE49-F238E27FC236}">
                <a16:creationId xmlns:a16="http://schemas.microsoft.com/office/drawing/2014/main" id="{20573C08-7624-E6D4-F7B1-24338643F29E}"/>
              </a:ext>
            </a:extLst>
          </p:cNvPr>
          <p:cNvGraphicFramePr>
            <a:graphicFrameLocks noGrp="1"/>
          </p:cNvGraphicFramePr>
          <p:nvPr>
            <p:ph idx="1"/>
            <p:extLst>
              <p:ext uri="{D42A27DB-BD31-4B8C-83A1-F6EECF244321}">
                <p14:modId xmlns:p14="http://schemas.microsoft.com/office/powerpoint/2010/main" val="4137516556"/>
              </p:ext>
            </p:extLst>
          </p:nvPr>
        </p:nvGraphicFramePr>
        <p:xfrm>
          <a:off x="838200" y="1538078"/>
          <a:ext cx="10515600" cy="4638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50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67C6BDD-9E7E-1670-47B7-554D05677FB1}"/>
              </a:ext>
            </a:extLst>
          </p:cNvPr>
          <p:cNvSpPr>
            <a:spLocks noGrp="1"/>
          </p:cNvSpPr>
          <p:nvPr>
            <p:ph type="title"/>
          </p:nvPr>
        </p:nvSpPr>
        <p:spPr>
          <a:xfrm>
            <a:off x="1137034" y="609597"/>
            <a:ext cx="9392421" cy="1330841"/>
          </a:xfrm>
        </p:spPr>
        <p:txBody>
          <a:bodyPr vert="horz" lIns="91440" tIns="45720" rIns="91440" bIns="45720" rtlCol="0">
            <a:normAutofit/>
          </a:bodyPr>
          <a:lstStyle/>
          <a:p>
            <a:r>
              <a:rPr lang="en-US" kern="1200" dirty="0">
                <a:latin typeface="+mj-lt"/>
                <a:ea typeface="+mj-ea"/>
                <a:cs typeface="+mj-cs"/>
              </a:rPr>
              <a:t>Elastic Load Balancer Security </a:t>
            </a:r>
            <a:r>
              <a:rPr lang="en-US" dirty="0"/>
              <a:t>Group</a:t>
            </a:r>
            <a:br>
              <a:rPr lang="en-US" dirty="0"/>
            </a:br>
            <a:r>
              <a:rPr lang="en-US" dirty="0"/>
              <a:t> </a:t>
            </a:r>
            <a:endParaRPr lang="en-US" kern="1200" dirty="0">
              <a:latin typeface="+mj-lt"/>
            </a:endParaRPr>
          </a:p>
        </p:txBody>
      </p:sp>
      <p:sp>
        <p:nvSpPr>
          <p:cNvPr id="13" name="Content Placeholder 12">
            <a:extLst>
              <a:ext uri="{FF2B5EF4-FFF2-40B4-BE49-F238E27FC236}">
                <a16:creationId xmlns:a16="http://schemas.microsoft.com/office/drawing/2014/main" id="{0A785912-2790-41AA-BF10-19CCE2DC5306}"/>
              </a:ext>
            </a:extLst>
          </p:cNvPr>
          <p:cNvSpPr>
            <a:spLocks noGrp="1"/>
          </p:cNvSpPr>
          <p:nvPr>
            <p:ph idx="1"/>
          </p:nvPr>
        </p:nvSpPr>
        <p:spPr>
          <a:xfrm>
            <a:off x="1137034" y="2183985"/>
            <a:ext cx="4958966" cy="4018413"/>
          </a:xfrm>
        </p:spPr>
        <p:txBody>
          <a:bodyPr vert="horz" lIns="91440" tIns="45720" rIns="91440" bIns="45720" rtlCol="0" anchor="t">
            <a:normAutofit/>
          </a:bodyPr>
          <a:lstStyle/>
          <a:p>
            <a:pPr marL="0" indent="0">
              <a:buNone/>
            </a:pPr>
            <a:r>
              <a:rPr lang="en-US" sz="2000" dirty="0">
                <a:ea typeface="+mn-lt"/>
                <a:cs typeface="+mn-lt"/>
              </a:rPr>
              <a:t>Edit inbound rules: </a:t>
            </a:r>
            <a:endParaRPr lang="en-US" sz="2000"/>
          </a:p>
          <a:p>
            <a:pPr marL="0" indent="0">
              <a:buNone/>
            </a:pPr>
            <a:r>
              <a:rPr lang="en-US" sz="2000" dirty="0">
                <a:ea typeface="+mn-lt"/>
                <a:cs typeface="+mn-lt"/>
              </a:rPr>
              <a:t>1. add two http, allow from any ipv4, &amp; any ipv6</a:t>
            </a:r>
            <a:br>
              <a:rPr lang="en-US" sz="2000" dirty="0">
                <a:ea typeface="+mn-lt"/>
                <a:cs typeface="+mn-lt"/>
              </a:rPr>
            </a:br>
            <a:r>
              <a:rPr lang="en-US" sz="2000" dirty="0">
                <a:ea typeface="+mn-lt"/>
                <a:cs typeface="+mn-lt"/>
              </a:rPr>
              <a:t>2. add two https, allowed from any ipv4, &amp; ipv6 respectively.</a:t>
            </a:r>
          </a:p>
          <a:p>
            <a:pPr marL="0" indent="0">
              <a:buNone/>
            </a:pPr>
            <a:r>
              <a:rPr lang="en-US" sz="2000" dirty="0"/>
              <a:t>Note: we added https because we are going to assign a domain certificate that we earlier </a:t>
            </a:r>
            <a:r>
              <a:rPr lang="en-US" sz="2000" dirty="0" err="1"/>
              <a:t>puchased</a:t>
            </a:r>
            <a:r>
              <a:rPr lang="en-US" sz="2000" dirty="0"/>
              <a:t> from </a:t>
            </a:r>
            <a:r>
              <a:rPr lang="en-US" sz="2000" dirty="0" err="1"/>
              <a:t>goDaddy</a:t>
            </a:r>
            <a:r>
              <a:rPr lang="en-US" sz="2000" dirty="0"/>
              <a:t> website.</a:t>
            </a:r>
          </a:p>
        </p:txBody>
      </p:sp>
      <p:pic>
        <p:nvPicPr>
          <p:cNvPr id="4" name="Content Placeholder 3" descr="A screenshot of a computer&#10;&#10;AI-generated content may be incorrect.">
            <a:extLst>
              <a:ext uri="{FF2B5EF4-FFF2-40B4-BE49-F238E27FC236}">
                <a16:creationId xmlns:a16="http://schemas.microsoft.com/office/drawing/2014/main" id="{A06ABEA7-05F9-60FB-89AB-D64C8CEEF63D}"/>
              </a:ext>
            </a:extLst>
          </p:cNvPr>
          <p:cNvPicPr>
            <a:picLocks noChangeAspect="1"/>
          </p:cNvPicPr>
          <p:nvPr/>
        </p:nvPicPr>
        <p:blipFill>
          <a:blip r:embed="rId2"/>
          <a:stretch>
            <a:fillRect/>
          </a:stretch>
        </p:blipFill>
        <p:spPr>
          <a:xfrm>
            <a:off x="5889128" y="2372510"/>
            <a:ext cx="6085042" cy="3596812"/>
          </a:xfrm>
          <a:prstGeom prst="rect">
            <a:avLst/>
          </a:prstGeom>
        </p:spPr>
      </p:pic>
      <p:sp>
        <p:nvSpPr>
          <p:cNvPr id="33" name="Freeform: Shape 3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9953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EACF1-AD59-B625-843B-F1DC684419AA}"/>
              </a:ext>
            </a:extLst>
          </p:cNvPr>
          <p:cNvSpPr>
            <a:spLocks noGrp="1"/>
          </p:cNvSpPr>
          <p:nvPr>
            <p:ph type="title"/>
          </p:nvPr>
        </p:nvSpPr>
        <p:spPr>
          <a:xfrm>
            <a:off x="793662" y="386930"/>
            <a:ext cx="10066122" cy="1298448"/>
          </a:xfrm>
        </p:spPr>
        <p:txBody>
          <a:bodyPr anchor="b">
            <a:normAutofit/>
          </a:bodyPr>
          <a:lstStyle/>
          <a:p>
            <a:r>
              <a:rPr lang="en-US" sz="4100"/>
              <a:t>Security Group For The Application (Tomcat Instance)</a:t>
            </a:r>
          </a:p>
        </p:txBody>
      </p:sp>
      <p:sp>
        <p:nvSpPr>
          <p:cNvPr id="15" name="Rectangle 1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50AF62-0B5B-3BE8-E367-7B6B53C7C477}"/>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2000"/>
              <a:t>Edit inbound rules: </a:t>
            </a:r>
          </a:p>
          <a:p>
            <a:pPr marL="0" indent="0">
              <a:buNone/>
            </a:pPr>
            <a:r>
              <a:rPr lang="en-US" sz="2000"/>
              <a:t>1. add port 8080, source: select the ELB Security Group.</a:t>
            </a:r>
            <a:br>
              <a:rPr lang="en-US" sz="2000"/>
            </a:br>
            <a:r>
              <a:rPr lang="en-US" sz="2000"/>
              <a:t>2. add port 22, source: select ipv4 from anywhere.</a:t>
            </a:r>
          </a:p>
        </p:txBody>
      </p:sp>
      <p:pic>
        <p:nvPicPr>
          <p:cNvPr id="5" name="Picture 4" descr="A screenshot of a computer&#10;&#10;AI-generated content may be incorrect.">
            <a:extLst>
              <a:ext uri="{FF2B5EF4-FFF2-40B4-BE49-F238E27FC236}">
                <a16:creationId xmlns:a16="http://schemas.microsoft.com/office/drawing/2014/main" id="{050A293B-22B6-A8FE-3ECD-ABBED73CF01D}"/>
              </a:ext>
            </a:extLst>
          </p:cNvPr>
          <p:cNvPicPr>
            <a:picLocks noChangeAspect="1"/>
          </p:cNvPicPr>
          <p:nvPr/>
        </p:nvPicPr>
        <p:blipFill>
          <a:blip r:embed="rId2"/>
          <a:stretch>
            <a:fillRect/>
          </a:stretch>
        </p:blipFill>
        <p:spPr>
          <a:xfrm>
            <a:off x="5320129" y="3219043"/>
            <a:ext cx="5946396" cy="2972549"/>
          </a:xfrm>
          <a:prstGeom prst="rect">
            <a:avLst/>
          </a:prstGeom>
        </p:spPr>
      </p:pic>
      <p:sp>
        <p:nvSpPr>
          <p:cNvPr id="19" name="Rectangle 1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5238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D7AE3-689A-BDA8-B796-F96BABA3A314}"/>
              </a:ext>
            </a:extLst>
          </p:cNvPr>
          <p:cNvSpPr>
            <a:spLocks noGrp="1"/>
          </p:cNvSpPr>
          <p:nvPr>
            <p:ph type="title"/>
          </p:nvPr>
        </p:nvSpPr>
        <p:spPr>
          <a:xfrm>
            <a:off x="411480" y="991443"/>
            <a:ext cx="4443154" cy="1087819"/>
          </a:xfrm>
        </p:spPr>
        <p:txBody>
          <a:bodyPr anchor="b">
            <a:normAutofit/>
          </a:bodyPr>
          <a:lstStyle/>
          <a:p>
            <a:r>
              <a:rPr lang="en-US" sz="3400"/>
              <a:t>Security Group For The Backend</a:t>
            </a:r>
          </a:p>
        </p:txBody>
      </p:sp>
      <p:sp>
        <p:nvSpPr>
          <p:cNvPr id="11"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DBDC9F4-7E40-AB17-CA64-286E3F9B6E79}"/>
              </a:ext>
            </a:extLst>
          </p:cNvPr>
          <p:cNvSpPr>
            <a:spLocks noGrp="1"/>
          </p:cNvSpPr>
          <p:nvPr>
            <p:ph idx="1"/>
          </p:nvPr>
        </p:nvSpPr>
        <p:spPr>
          <a:xfrm>
            <a:off x="411480" y="2684095"/>
            <a:ext cx="4443154" cy="3492868"/>
          </a:xfrm>
        </p:spPr>
        <p:txBody>
          <a:bodyPr vert="horz" lIns="91440" tIns="45720" rIns="91440" bIns="45720" rtlCol="0">
            <a:normAutofit/>
          </a:bodyPr>
          <a:lstStyle/>
          <a:p>
            <a:pPr marL="0" indent="0">
              <a:buNone/>
            </a:pPr>
            <a:r>
              <a:rPr lang="en-US" sz="1500"/>
              <a:t>Edit inbound rules: </a:t>
            </a:r>
          </a:p>
          <a:p>
            <a:pPr marL="0" indent="0">
              <a:buNone/>
            </a:pPr>
            <a:r>
              <a:rPr lang="en-US" sz="1500"/>
              <a:t>1. add Mysql/Aurora which is port 3306, source: select the vprofile-app security group (ie the Tomcat Instance SG)</a:t>
            </a:r>
          </a:p>
          <a:p>
            <a:pPr marL="0" indent="0">
              <a:buNone/>
            </a:pPr>
            <a:r>
              <a:rPr lang="en-US" sz="1500"/>
              <a:t>2. add port 1121, source: select same tomcat SG</a:t>
            </a:r>
          </a:p>
          <a:p>
            <a:pPr marL="0" indent="0">
              <a:buNone/>
            </a:pPr>
            <a:r>
              <a:rPr lang="en-US" sz="1500"/>
              <a:t>3. add port 5672, source: select same tomcat SG</a:t>
            </a:r>
          </a:p>
          <a:p>
            <a:pPr marL="0" indent="0">
              <a:buNone/>
            </a:pPr>
            <a:r>
              <a:rPr lang="en-US" sz="1500"/>
              <a:t>4. add port 22 for ssh, source: select ipv4 from anywhere</a:t>
            </a:r>
          </a:p>
          <a:p>
            <a:pPr marL="0" indent="0">
              <a:buNone/>
            </a:pPr>
            <a:r>
              <a:rPr lang="en-US" sz="1500"/>
              <a:t>Alternatively to all this listennings, we can simply do:</a:t>
            </a:r>
          </a:p>
          <a:p>
            <a:pPr marL="0" indent="0">
              <a:buNone/>
            </a:pPr>
            <a:r>
              <a:rPr lang="en-US" sz="1500"/>
              <a:t>Select All Traffic, source: Tomcat SG alongside with number (4.) above.</a:t>
            </a:r>
          </a:p>
        </p:txBody>
      </p:sp>
      <p:pic>
        <p:nvPicPr>
          <p:cNvPr id="4" name="Picture 3" descr="A screenshot of a computer&#10;&#10;AI-generated content may be incorrect.">
            <a:extLst>
              <a:ext uri="{FF2B5EF4-FFF2-40B4-BE49-F238E27FC236}">
                <a16:creationId xmlns:a16="http://schemas.microsoft.com/office/drawing/2014/main" id="{4D8E79F2-55C4-8875-34EA-9BB483D0F859}"/>
              </a:ext>
            </a:extLst>
          </p:cNvPr>
          <p:cNvPicPr>
            <a:picLocks noChangeAspect="1"/>
          </p:cNvPicPr>
          <p:nvPr/>
        </p:nvPicPr>
        <p:blipFill>
          <a:blip r:embed="rId2"/>
          <a:stretch>
            <a:fillRect/>
          </a:stretch>
        </p:blipFill>
        <p:spPr>
          <a:xfrm>
            <a:off x="5385816" y="1823419"/>
            <a:ext cx="6440424" cy="3155808"/>
          </a:xfrm>
          <a:prstGeom prst="rect">
            <a:avLst/>
          </a:prstGeom>
        </p:spPr>
      </p:pic>
    </p:spTree>
    <p:extLst>
      <p:ext uri="{BB962C8B-B14F-4D97-AF65-F5344CB8AC3E}">
        <p14:creationId xmlns:p14="http://schemas.microsoft.com/office/powerpoint/2010/main" val="3488086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B6AE1AB-B7B1-C2C5-B851-2D5EBDF7464D}"/>
              </a:ext>
            </a:extLst>
          </p:cNvPr>
          <p:cNvSpPr>
            <a:spLocks noGrp="1"/>
          </p:cNvSpPr>
          <p:nvPr>
            <p:ph type="title"/>
          </p:nvPr>
        </p:nvSpPr>
        <p:spPr>
          <a:xfrm>
            <a:off x="828675" y="494414"/>
            <a:ext cx="10534650" cy="817403"/>
          </a:xfrm>
        </p:spPr>
        <p:txBody>
          <a:bodyPr vert="horz" lIns="91440" tIns="45720" rIns="91440" bIns="45720" rtlCol="0" anchor="b">
            <a:normAutofit fontScale="90000"/>
          </a:bodyPr>
          <a:lstStyle/>
          <a:p>
            <a:pPr algn="ctr"/>
            <a:r>
              <a:rPr lang="en-US" sz="2500" kern="1200" dirty="0">
                <a:latin typeface="+mj-lt"/>
                <a:ea typeface="+mj-ea"/>
                <a:cs typeface="+mj-cs"/>
              </a:rPr>
              <a:t>Alternatively to the Backend SG</a:t>
            </a:r>
            <a:br>
              <a:rPr lang="en-US" sz="2500" kern="1200" dirty="0"/>
            </a:br>
            <a:r>
              <a:rPr lang="en-US" sz="2500" kern="1200" dirty="0">
                <a:latin typeface="+mj-lt"/>
                <a:ea typeface="+mj-ea"/>
                <a:cs typeface="+mj-cs"/>
              </a:rPr>
              <a:t>also add All traffic, Source: Select same backend SG</a:t>
            </a:r>
            <a:br>
              <a:rPr lang="en-US" sz="2500" dirty="0"/>
            </a:br>
            <a:r>
              <a:rPr lang="en-US" sz="2500"/>
              <a:t>so that all incstances can connect to themselves.</a:t>
            </a:r>
            <a:endParaRPr lang="en-US" sz="2500" kern="1200">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A1232BF9-922D-0385-EF15-978E83867037}"/>
              </a:ext>
            </a:extLst>
          </p:cNvPr>
          <p:cNvPicPr>
            <a:picLocks noGrp="1" noChangeAspect="1"/>
          </p:cNvPicPr>
          <p:nvPr>
            <p:ph idx="1"/>
          </p:nvPr>
        </p:nvPicPr>
        <p:blipFill>
          <a:blip r:embed="rId2"/>
          <a:stretch>
            <a:fillRect/>
          </a:stretch>
        </p:blipFill>
        <p:spPr>
          <a:xfrm>
            <a:off x="1034351" y="2354239"/>
            <a:ext cx="10123298" cy="3948085"/>
          </a:xfrm>
          <a:prstGeom prst="rect">
            <a:avLst/>
          </a:prstGeom>
        </p:spPr>
      </p:pic>
    </p:spTree>
    <p:extLst>
      <p:ext uri="{BB962C8B-B14F-4D97-AF65-F5344CB8AC3E}">
        <p14:creationId xmlns:p14="http://schemas.microsoft.com/office/powerpoint/2010/main" val="1865469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64F10DF-51D8-11F7-F70A-29585F60225B}"/>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All Three Security Group Created</a:t>
            </a:r>
          </a:p>
        </p:txBody>
      </p:sp>
      <p:pic>
        <p:nvPicPr>
          <p:cNvPr id="4" name="Content Placeholder 3" descr="A screenshot of a computer&#10;&#10;AI-generated content may be incorrect.">
            <a:extLst>
              <a:ext uri="{FF2B5EF4-FFF2-40B4-BE49-F238E27FC236}">
                <a16:creationId xmlns:a16="http://schemas.microsoft.com/office/drawing/2014/main" id="{C31A6A5E-E0B3-1BA5-2263-9AC60A881015}"/>
              </a:ext>
            </a:extLst>
          </p:cNvPr>
          <p:cNvPicPr>
            <a:picLocks noGrp="1" noChangeAspect="1"/>
          </p:cNvPicPr>
          <p:nvPr>
            <p:ph idx="1"/>
          </p:nvPr>
        </p:nvPicPr>
        <p:blipFill>
          <a:blip r:embed="rId2"/>
          <a:stretch>
            <a:fillRect/>
          </a:stretch>
        </p:blipFill>
        <p:spPr>
          <a:xfrm>
            <a:off x="723900" y="2622640"/>
            <a:ext cx="10744200" cy="3411283"/>
          </a:xfrm>
          <a:prstGeom prst="rect">
            <a:avLst/>
          </a:prstGeom>
        </p:spPr>
      </p:pic>
    </p:spTree>
    <p:extLst>
      <p:ext uri="{BB962C8B-B14F-4D97-AF65-F5344CB8AC3E}">
        <p14:creationId xmlns:p14="http://schemas.microsoft.com/office/powerpoint/2010/main" val="1087766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F31E0368-EF97-37B8-2D2C-5F4C1E53C980}"/>
              </a:ext>
            </a:extLst>
          </p:cNvPr>
          <p:cNvPicPr>
            <a:picLocks noChangeAspect="1"/>
          </p:cNvPicPr>
          <p:nvPr/>
        </p:nvPicPr>
        <p:blipFill>
          <a:blip r:embed="rId2"/>
          <a:srcRect r="1" b="21848"/>
          <a:stretch/>
        </p:blipFill>
        <p:spPr>
          <a:xfrm>
            <a:off x="4038599" y="10"/>
            <a:ext cx="8160026" cy="6875809"/>
          </a:xfrm>
          <a:prstGeom prst="rect">
            <a:avLst/>
          </a:prstGeom>
        </p:spPr>
      </p:pic>
      <p:sp>
        <p:nvSpPr>
          <p:cNvPr id="55" name="Freeform: Shape 5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D5A364-24DA-90C6-5780-8F9F5B82AD0D}"/>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4. Launching Instances with User Data (Bash Scripts) </a:t>
            </a:r>
          </a:p>
        </p:txBody>
      </p:sp>
      <p:sp>
        <p:nvSpPr>
          <p:cNvPr id="3" name="Content Placeholder 2">
            <a:extLst>
              <a:ext uri="{FF2B5EF4-FFF2-40B4-BE49-F238E27FC236}">
                <a16:creationId xmlns:a16="http://schemas.microsoft.com/office/drawing/2014/main" id="{1DBB2540-604A-CF85-C804-952C6BB7D6E7}"/>
              </a:ext>
            </a:extLst>
          </p:cNvPr>
          <p:cNvSpPr>
            <a:spLocks noGrp="1"/>
          </p:cNvSpPr>
          <p:nvPr>
            <p:ph idx="1"/>
          </p:nvPr>
        </p:nvSpPr>
        <p:spPr>
          <a:xfrm>
            <a:off x="777922" y="743803"/>
            <a:ext cx="3189844" cy="1663128"/>
          </a:xfrm>
        </p:spPr>
        <p:txBody>
          <a:bodyPr vert="horz" lIns="91440" tIns="45720" rIns="91440" bIns="45720" rtlCol="0" anchor="b">
            <a:normAutofit fontScale="62500" lnSpcReduction="20000"/>
          </a:bodyPr>
          <a:lstStyle/>
          <a:p>
            <a:pPr marL="0" indent="0" algn="r">
              <a:buNone/>
            </a:pPr>
            <a:r>
              <a:rPr lang="en-US" sz="1700" dirty="0">
                <a:solidFill>
                  <a:srgbClr val="FFFFFF"/>
                </a:solidFill>
              </a:rPr>
              <a:t>all the bash Script to be used on this Project are documented on the Project directory </a:t>
            </a:r>
            <a:r>
              <a:rPr lang="en-US" sz="1700" err="1">
                <a:solidFill>
                  <a:srgbClr val="FFFFFF"/>
                </a:solidFill>
              </a:rPr>
              <a:t>Userdata</a:t>
            </a:r>
            <a:r>
              <a:rPr lang="en-US" sz="1700" dirty="0">
                <a:solidFill>
                  <a:srgbClr val="FFFFFF"/>
                </a:solidFill>
              </a:rPr>
              <a:t>.</a:t>
            </a:r>
          </a:p>
          <a:p>
            <a:pPr marL="0" indent="0" algn="r">
              <a:buNone/>
            </a:pPr>
            <a:r>
              <a:rPr lang="en-US" sz="1700" dirty="0">
                <a:solidFill>
                  <a:srgbClr val="FFFFFF"/>
                </a:solidFill>
              </a:rPr>
              <a:t>We are  going to be launching 4 Instances:</a:t>
            </a:r>
          </a:p>
          <a:p>
            <a:pPr marL="0" indent="0" algn="r">
              <a:buNone/>
            </a:pPr>
            <a:r>
              <a:rPr lang="en-US" sz="1700" dirty="0">
                <a:solidFill>
                  <a:srgbClr val="FFFFFF"/>
                </a:solidFill>
              </a:rPr>
              <a:t>Vprofile-db01(for database)</a:t>
            </a:r>
          </a:p>
          <a:p>
            <a:pPr marL="0" indent="0" algn="r">
              <a:buNone/>
            </a:pPr>
            <a:r>
              <a:rPr lang="en-US" sz="1700" dirty="0">
                <a:solidFill>
                  <a:srgbClr val="FFFFFF"/>
                </a:solidFill>
              </a:rPr>
              <a:t>Vprofile-app01(for Tomcat)</a:t>
            </a:r>
          </a:p>
          <a:p>
            <a:pPr marL="0" indent="0" algn="r">
              <a:buNone/>
            </a:pPr>
            <a:r>
              <a:rPr lang="en-US" sz="1700" dirty="0">
                <a:solidFill>
                  <a:srgbClr val="FFFFFF"/>
                </a:solidFill>
              </a:rPr>
              <a:t>Vprofile-mc01(for </a:t>
            </a:r>
            <a:r>
              <a:rPr lang="en-US" sz="1700" dirty="0" err="1">
                <a:solidFill>
                  <a:srgbClr val="FFFFFF"/>
                </a:solidFill>
              </a:rPr>
              <a:t>memcached</a:t>
            </a:r>
            <a:r>
              <a:rPr lang="en-US" sz="1700" dirty="0">
                <a:solidFill>
                  <a:srgbClr val="FFFFFF"/>
                </a:solidFill>
              </a:rPr>
              <a:t>)</a:t>
            </a:r>
          </a:p>
          <a:p>
            <a:pPr marL="0" indent="0" algn="r">
              <a:buNone/>
            </a:pPr>
            <a:r>
              <a:rPr lang="en-US" sz="1700" dirty="0">
                <a:solidFill>
                  <a:srgbClr val="FFFFFF"/>
                </a:solidFill>
              </a:rPr>
              <a:t>Vprofile-rmq01(for </a:t>
            </a:r>
            <a:r>
              <a:rPr lang="en-US" sz="1700" dirty="0" err="1">
                <a:solidFill>
                  <a:srgbClr val="FFFFFF"/>
                </a:solidFill>
              </a:rPr>
              <a:t>rabbitmq</a:t>
            </a:r>
            <a:r>
              <a:rPr lang="en-US" sz="1700" dirty="0">
                <a:solidFill>
                  <a:srgbClr val="FFFFFF"/>
                </a:solidFill>
              </a:rPr>
              <a:t>)</a:t>
            </a:r>
            <a:endParaRPr lang="en-US" dirty="0"/>
          </a:p>
        </p:txBody>
      </p:sp>
    </p:spTree>
    <p:extLst>
      <p:ext uri="{BB962C8B-B14F-4D97-AF65-F5344CB8AC3E}">
        <p14:creationId xmlns:p14="http://schemas.microsoft.com/office/powerpoint/2010/main" val="2771850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7C3B6-41EC-28F0-A1D4-EB7B60D23C03}"/>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Launching ec2 Instance for Vprofile-db01(DataBase Instance)</a:t>
            </a:r>
          </a:p>
        </p:txBody>
      </p:sp>
      <p:pic>
        <p:nvPicPr>
          <p:cNvPr id="4" name="Content Placeholder 3" descr="A screenshot of a computer&#10;&#10;AI-generated content may be incorrect.">
            <a:extLst>
              <a:ext uri="{FF2B5EF4-FFF2-40B4-BE49-F238E27FC236}">
                <a16:creationId xmlns:a16="http://schemas.microsoft.com/office/drawing/2014/main" id="{282538CB-AC15-5935-6492-67E928671E3F}"/>
              </a:ext>
            </a:extLst>
          </p:cNvPr>
          <p:cNvPicPr>
            <a:picLocks noGrp="1" noChangeAspect="1"/>
          </p:cNvPicPr>
          <p:nvPr>
            <p:ph idx="1"/>
          </p:nvPr>
        </p:nvPicPr>
        <p:blipFill>
          <a:blip r:embed="rId2"/>
          <a:stretch>
            <a:fillRect/>
          </a:stretch>
        </p:blipFill>
        <p:spPr>
          <a:xfrm>
            <a:off x="1576040" y="1966293"/>
            <a:ext cx="9039918" cy="4452160"/>
          </a:xfrm>
          <a:prstGeom prst="rect">
            <a:avLst/>
          </a:prstGeom>
        </p:spPr>
      </p:pic>
    </p:spTree>
    <p:extLst>
      <p:ext uri="{BB962C8B-B14F-4D97-AF65-F5344CB8AC3E}">
        <p14:creationId xmlns:p14="http://schemas.microsoft.com/office/powerpoint/2010/main" val="3230914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63EE2-1A4B-2737-FBE1-5E6C220414BC}"/>
              </a:ext>
            </a:extLst>
          </p:cNvPr>
          <p:cNvSpPr>
            <a:spLocks noGrp="1"/>
          </p:cNvSpPr>
          <p:nvPr>
            <p:ph type="title"/>
          </p:nvPr>
        </p:nvSpPr>
        <p:spPr>
          <a:xfrm>
            <a:off x="556532" y="643467"/>
            <a:ext cx="11210925" cy="744836"/>
          </a:xfrm>
        </p:spPr>
        <p:txBody>
          <a:bodyPr vert="horz" lIns="91440" tIns="45720" rIns="91440" bIns="45720" rtlCol="0" anchor="ctr">
            <a:normAutofit fontScale="90000"/>
          </a:bodyPr>
          <a:lstStyle/>
          <a:p>
            <a:pPr algn="ctr"/>
            <a:r>
              <a:rPr lang="en-US" sz="3200" kern="1200" dirty="0">
                <a:solidFill>
                  <a:schemeClr val="bg1"/>
                </a:solidFill>
                <a:latin typeface="+mj-lt"/>
                <a:ea typeface="+mj-ea"/>
                <a:cs typeface="+mj-cs"/>
              </a:rPr>
              <a:t>Vprofile-db01 continuation</a:t>
            </a:r>
            <a:br>
              <a:rPr lang="en-US" sz="3200" dirty="0">
                <a:solidFill>
                  <a:schemeClr val="bg1"/>
                </a:solidFill>
              </a:rPr>
            </a:br>
            <a:r>
              <a:rPr lang="en-US" sz="3200" dirty="0">
                <a:solidFill>
                  <a:schemeClr val="bg1"/>
                </a:solidFill>
              </a:rPr>
              <a:t>clicked on existing security group &amp; select </a:t>
            </a:r>
            <a:r>
              <a:rPr lang="en-US" sz="3200" dirty="0" err="1">
                <a:solidFill>
                  <a:schemeClr val="bg1"/>
                </a:solidFill>
              </a:rPr>
              <a:t>vprofile-backendSG</a:t>
            </a:r>
            <a:r>
              <a:rPr lang="en-US" sz="3200" dirty="0">
                <a:solidFill>
                  <a:schemeClr val="bg1"/>
                </a:solidFill>
              </a:rPr>
              <a:t> </a:t>
            </a:r>
            <a:endParaRPr lang="en-US" sz="3200" kern="1200" dirty="0">
              <a:solidFill>
                <a:schemeClr val="bg1"/>
              </a:solidFill>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16225939-0586-4A15-9F18-F35505FD0816}"/>
              </a:ext>
            </a:extLst>
          </p:cNvPr>
          <p:cNvPicPr>
            <a:picLocks noGrp="1" noChangeAspect="1"/>
          </p:cNvPicPr>
          <p:nvPr>
            <p:ph idx="1"/>
          </p:nvPr>
        </p:nvPicPr>
        <p:blipFill>
          <a:blip r:embed="rId2"/>
          <a:stretch>
            <a:fillRect/>
          </a:stretch>
        </p:blipFill>
        <p:spPr>
          <a:xfrm>
            <a:off x="1745309" y="1675227"/>
            <a:ext cx="8701382" cy="4394199"/>
          </a:xfrm>
          <a:prstGeom prst="rect">
            <a:avLst/>
          </a:prstGeom>
        </p:spPr>
      </p:pic>
    </p:spTree>
    <p:extLst>
      <p:ext uri="{BB962C8B-B14F-4D97-AF65-F5344CB8AC3E}">
        <p14:creationId xmlns:p14="http://schemas.microsoft.com/office/powerpoint/2010/main" val="986803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DD99FB-787A-2C19-5AE3-F414A49704C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Vprofile-db01 continuation</a:t>
            </a:r>
            <a:br>
              <a:rPr lang="en-US" sz="4000" dirty="0">
                <a:solidFill>
                  <a:srgbClr val="FFFFFF"/>
                </a:solidFill>
              </a:rPr>
            </a:br>
            <a:r>
              <a:rPr lang="en-US" sz="2400" dirty="0">
                <a:solidFill>
                  <a:srgbClr val="FFFFFF"/>
                </a:solidFill>
              </a:rPr>
              <a:t>expand advance Details and paste Ur bash script copied from the source code. (Repeat same process for </a:t>
            </a:r>
            <a:r>
              <a:rPr lang="en-US" sz="2400" dirty="0" err="1">
                <a:solidFill>
                  <a:srgbClr val="FFFFFF"/>
                </a:solidFill>
              </a:rPr>
              <a:t>memcahed</a:t>
            </a:r>
            <a:r>
              <a:rPr lang="en-US" sz="2400" dirty="0">
                <a:solidFill>
                  <a:srgbClr val="FFFFFF"/>
                </a:solidFill>
              </a:rPr>
              <a:t>, &amp; </a:t>
            </a:r>
            <a:r>
              <a:rPr lang="en-US" sz="2400" dirty="0" err="1">
                <a:solidFill>
                  <a:srgbClr val="FFFFFF"/>
                </a:solidFill>
              </a:rPr>
              <a:t>rabbitMQ</a:t>
            </a:r>
            <a:r>
              <a:rPr lang="en-US" sz="2400" dirty="0">
                <a:solidFill>
                  <a:srgbClr val="FFFFFF"/>
                </a:solidFill>
              </a:rPr>
              <a:t> Instances.)</a:t>
            </a:r>
            <a:endParaRPr lang="en-US" sz="2400" kern="1200" dirty="0">
              <a:solidFill>
                <a:srgbClr val="FFFFFF"/>
              </a:solidFill>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313F12C2-5491-C548-126F-455A048BE7F3}"/>
              </a:ext>
            </a:extLst>
          </p:cNvPr>
          <p:cNvPicPr>
            <a:picLocks noGrp="1" noChangeAspect="1"/>
          </p:cNvPicPr>
          <p:nvPr>
            <p:ph idx="1"/>
          </p:nvPr>
        </p:nvPicPr>
        <p:blipFill>
          <a:blip r:embed="rId2"/>
          <a:stretch>
            <a:fillRect/>
          </a:stretch>
        </p:blipFill>
        <p:spPr>
          <a:xfrm>
            <a:off x="1576040" y="1966293"/>
            <a:ext cx="9039918" cy="4452160"/>
          </a:xfrm>
          <a:prstGeom prst="rect">
            <a:avLst/>
          </a:prstGeom>
        </p:spPr>
      </p:pic>
    </p:spTree>
    <p:extLst>
      <p:ext uri="{BB962C8B-B14F-4D97-AF65-F5344CB8AC3E}">
        <p14:creationId xmlns:p14="http://schemas.microsoft.com/office/powerpoint/2010/main" val="220237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062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36C7A4-712F-F0E8-15B6-EDAA19DA31F7}"/>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1800" kern="1200">
                <a:solidFill>
                  <a:srgbClr val="FFFFFF"/>
                </a:solidFill>
                <a:latin typeface="+mj-lt"/>
                <a:ea typeface="+mj-ea"/>
                <a:cs typeface="+mj-cs"/>
              </a:rPr>
              <a:t>Launching ec2 Instance for Vprofile-app01(Tomcat Instance)</a:t>
            </a:r>
            <a:br>
              <a:rPr lang="en-US" sz="1800" kern="1200">
                <a:solidFill>
                  <a:srgbClr val="FFFFFF"/>
                </a:solidFill>
                <a:latin typeface="+mj-lt"/>
                <a:ea typeface="+mj-ea"/>
                <a:cs typeface="+mj-cs"/>
              </a:rPr>
            </a:br>
            <a:r>
              <a:rPr lang="en-US" sz="1800" kern="1200">
                <a:solidFill>
                  <a:srgbClr val="FFFFFF"/>
                </a:solidFill>
                <a:latin typeface="+mj-lt"/>
                <a:ea typeface="+mj-ea"/>
                <a:cs typeface="+mj-cs"/>
              </a:rPr>
              <a:t>here we used Ubuntu AMI</a:t>
            </a:r>
          </a:p>
        </p:txBody>
      </p:sp>
      <p:pic>
        <p:nvPicPr>
          <p:cNvPr id="4" name="Content Placeholder 3" descr="A screenshot of a computer&#10;&#10;AI-generated content may be incorrect.">
            <a:extLst>
              <a:ext uri="{FF2B5EF4-FFF2-40B4-BE49-F238E27FC236}">
                <a16:creationId xmlns:a16="http://schemas.microsoft.com/office/drawing/2014/main" id="{C3E4FA15-9ECD-9C7A-9CA2-AFCA28D2C8EF}"/>
              </a:ext>
            </a:extLst>
          </p:cNvPr>
          <p:cNvPicPr>
            <a:picLocks noGrp="1" noChangeAspect="1"/>
          </p:cNvPicPr>
          <p:nvPr>
            <p:ph idx="1"/>
          </p:nvPr>
        </p:nvPicPr>
        <p:blipFill>
          <a:blip r:embed="rId2"/>
          <a:stretch>
            <a:fillRect/>
          </a:stretch>
        </p:blipFill>
        <p:spPr>
          <a:xfrm>
            <a:off x="3672068" y="1534461"/>
            <a:ext cx="7911616" cy="3978600"/>
          </a:xfrm>
          <a:prstGeom prst="rect">
            <a:avLst/>
          </a:prstGeom>
        </p:spPr>
      </p:pic>
    </p:spTree>
    <p:extLst>
      <p:ext uri="{BB962C8B-B14F-4D97-AF65-F5344CB8AC3E}">
        <p14:creationId xmlns:p14="http://schemas.microsoft.com/office/powerpoint/2010/main" val="4170664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D819FA-05C3-66F6-14EB-9646EEF4B1C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Vprofile-app01 continuation</a:t>
            </a:r>
            <a:br>
              <a:rPr lang="en-US" sz="2200" kern="1200">
                <a:solidFill>
                  <a:schemeClr val="bg1"/>
                </a:solidFill>
                <a:latin typeface="+mj-lt"/>
                <a:ea typeface="+mj-ea"/>
                <a:cs typeface="+mj-cs"/>
              </a:rPr>
            </a:br>
            <a:r>
              <a:rPr lang="en-US" sz="2200" kern="1200">
                <a:solidFill>
                  <a:schemeClr val="bg1"/>
                </a:solidFill>
                <a:latin typeface="+mj-lt"/>
                <a:ea typeface="+mj-ea"/>
                <a:cs typeface="+mj-cs"/>
              </a:rPr>
              <a:t>clicked on existing security group &amp; select vprofile-app-SG </a:t>
            </a:r>
          </a:p>
        </p:txBody>
      </p:sp>
      <p:pic>
        <p:nvPicPr>
          <p:cNvPr id="4" name="Content Placeholder 3" descr="A screenshot of a computer&#10;&#10;AI-generated content may be incorrect.">
            <a:extLst>
              <a:ext uri="{FF2B5EF4-FFF2-40B4-BE49-F238E27FC236}">
                <a16:creationId xmlns:a16="http://schemas.microsoft.com/office/drawing/2014/main" id="{E8830178-C6C4-9D6B-98CD-AE4DDF1CF519}"/>
              </a:ext>
            </a:extLst>
          </p:cNvPr>
          <p:cNvPicPr>
            <a:picLocks noGrp="1" noChangeAspect="1"/>
          </p:cNvPicPr>
          <p:nvPr>
            <p:ph idx="1"/>
          </p:nvPr>
        </p:nvPicPr>
        <p:blipFill>
          <a:blip r:embed="rId2"/>
          <a:stretch>
            <a:fillRect/>
          </a:stretch>
        </p:blipFill>
        <p:spPr>
          <a:xfrm>
            <a:off x="2340274" y="1675227"/>
            <a:ext cx="7511452" cy="4394199"/>
          </a:xfrm>
          <a:prstGeom prst="rect">
            <a:avLst/>
          </a:prstGeom>
        </p:spPr>
      </p:pic>
    </p:spTree>
    <p:extLst>
      <p:ext uri="{BB962C8B-B14F-4D97-AF65-F5344CB8AC3E}">
        <p14:creationId xmlns:p14="http://schemas.microsoft.com/office/powerpoint/2010/main" val="3358960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00976A-4C3E-9174-E9BA-D487895E260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b="1" kern="1200">
                <a:solidFill>
                  <a:schemeClr val="bg1"/>
                </a:solidFill>
                <a:latin typeface="+mj-lt"/>
                <a:ea typeface="+mj-ea"/>
                <a:cs typeface="+mj-cs"/>
              </a:rPr>
              <a:t>Vprofile-app01 continuation</a:t>
            </a:r>
            <a:br>
              <a:rPr lang="en-US" sz="2200" b="1" kern="1200">
                <a:solidFill>
                  <a:schemeClr val="bg1"/>
                </a:solidFill>
                <a:latin typeface="+mj-lt"/>
                <a:ea typeface="+mj-ea"/>
                <a:cs typeface="+mj-cs"/>
              </a:rPr>
            </a:br>
            <a:r>
              <a:rPr lang="en-US" sz="2200" b="1" kern="1200">
                <a:solidFill>
                  <a:schemeClr val="bg1"/>
                </a:solidFill>
                <a:latin typeface="+mj-lt"/>
                <a:ea typeface="+mj-ea"/>
                <a:cs typeface="+mj-cs"/>
              </a:rPr>
              <a:t>expand advance Details and paste Ur bash script copied from the source code.</a:t>
            </a:r>
          </a:p>
        </p:txBody>
      </p:sp>
      <p:pic>
        <p:nvPicPr>
          <p:cNvPr id="4" name="Content Placeholder 3" descr="A screenshot of a computer&#10;&#10;AI-generated content may be incorrect.">
            <a:extLst>
              <a:ext uri="{FF2B5EF4-FFF2-40B4-BE49-F238E27FC236}">
                <a16:creationId xmlns:a16="http://schemas.microsoft.com/office/drawing/2014/main" id="{88C09595-BC66-2D86-6C51-9592BA4AC8C9}"/>
              </a:ext>
            </a:extLst>
          </p:cNvPr>
          <p:cNvPicPr>
            <a:picLocks noGrp="1" noChangeAspect="1"/>
          </p:cNvPicPr>
          <p:nvPr>
            <p:ph idx="1"/>
          </p:nvPr>
        </p:nvPicPr>
        <p:blipFill>
          <a:blip r:embed="rId2"/>
          <a:stretch>
            <a:fillRect/>
          </a:stretch>
        </p:blipFill>
        <p:spPr>
          <a:xfrm>
            <a:off x="1950529" y="1675227"/>
            <a:ext cx="8290941" cy="4394199"/>
          </a:xfrm>
          <a:prstGeom prst="rect">
            <a:avLst/>
          </a:prstGeom>
        </p:spPr>
      </p:pic>
    </p:spTree>
    <p:extLst>
      <p:ext uri="{BB962C8B-B14F-4D97-AF65-F5344CB8AC3E}">
        <p14:creationId xmlns:p14="http://schemas.microsoft.com/office/powerpoint/2010/main" val="235995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19B9EF-D011-7EF5-B501-A8D5B0E359C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All Instances Up &amp; Running</a:t>
            </a:r>
            <a:br>
              <a:rPr lang="en-US" sz="4000" dirty="0">
                <a:solidFill>
                  <a:srgbClr val="FFFFFF"/>
                </a:solidFill>
              </a:rPr>
            </a:br>
            <a:endParaRPr lang="en-US" sz="2000" kern="1200">
              <a:solidFill>
                <a:srgbClr val="FFFFFF"/>
              </a:solidFill>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51010D80-5C1A-8340-3E1B-A809AD96DA28}"/>
              </a:ext>
            </a:extLst>
          </p:cNvPr>
          <p:cNvPicPr>
            <a:picLocks noGrp="1" noChangeAspect="1"/>
          </p:cNvPicPr>
          <p:nvPr>
            <p:ph idx="1"/>
          </p:nvPr>
        </p:nvPicPr>
        <p:blipFill>
          <a:blip r:embed="rId2"/>
          <a:stretch>
            <a:fillRect/>
          </a:stretch>
        </p:blipFill>
        <p:spPr>
          <a:xfrm>
            <a:off x="432225" y="2564038"/>
            <a:ext cx="11327549" cy="3256670"/>
          </a:xfrm>
          <a:prstGeom prst="rect">
            <a:avLst/>
          </a:prstGeom>
        </p:spPr>
      </p:pic>
    </p:spTree>
    <p:extLst>
      <p:ext uri="{BB962C8B-B14F-4D97-AF65-F5344CB8AC3E}">
        <p14:creationId xmlns:p14="http://schemas.microsoft.com/office/powerpoint/2010/main" val="3764885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61B71F-7B55-E017-60A2-45254E42788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000" kern="1200">
                <a:solidFill>
                  <a:srgbClr val="FFFFFF"/>
                </a:solidFill>
                <a:latin typeface="+mj-lt"/>
                <a:ea typeface="+mj-ea"/>
                <a:cs typeface="+mj-cs"/>
              </a:rPr>
              <a:t>click on the check box of one of the above instances, go to 'connect to instance' go to the ssh client to copy the instance ssh-login details</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2FB73921-92EA-5880-04D9-F36A4AA0CCB1}"/>
                  </a:ext>
                </a:extLst>
              </p14:cNvPr>
              <p14:cNvContentPartPr/>
              <p14:nvPr/>
            </p14:nvContentPartPr>
            <p14:xfrm>
              <a:off x="9298031" y="4298465"/>
              <a:ext cx="196889" cy="131506"/>
            </p14:xfrm>
          </p:contentPart>
        </mc:Choice>
        <mc:Fallback xmlns="">
          <p:pic>
            <p:nvPicPr>
              <p:cNvPr id="11" name="Ink 10">
                <a:extLst>
                  <a:ext uri="{FF2B5EF4-FFF2-40B4-BE49-F238E27FC236}">
                    <a16:creationId xmlns:a16="http://schemas.microsoft.com/office/drawing/2014/main" id="{2FB73921-92EA-5880-04D9-F36A4AA0CCB1}"/>
                  </a:ext>
                </a:extLst>
              </p:cNvPr>
              <p:cNvPicPr/>
              <p:nvPr/>
            </p:nvPicPr>
            <p:blipFill>
              <a:blip r:embed="rId3"/>
              <a:stretch>
                <a:fillRect/>
              </a:stretch>
            </p:blipFill>
            <p:spPr>
              <a:xfrm>
                <a:off x="9280426" y="4280500"/>
                <a:ext cx="232458" cy="16707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2E33692A-AEE4-145D-1AB4-DAD7C969710C}"/>
                  </a:ext>
                </a:extLst>
              </p14:cNvPr>
              <p14:cNvContentPartPr/>
              <p14:nvPr/>
            </p14:nvContentPartPr>
            <p14:xfrm>
              <a:off x="9595184" y="4070684"/>
              <a:ext cx="10026" cy="10026"/>
            </p14:xfrm>
          </p:contentPart>
        </mc:Choice>
        <mc:Fallback xmlns="">
          <p:pic>
            <p:nvPicPr>
              <p:cNvPr id="13" name="Ink 12">
                <a:extLst>
                  <a:ext uri="{FF2B5EF4-FFF2-40B4-BE49-F238E27FC236}">
                    <a16:creationId xmlns:a16="http://schemas.microsoft.com/office/drawing/2014/main" id="{2E33692A-AEE4-145D-1AB4-DAD7C969710C}"/>
                  </a:ext>
                </a:extLst>
              </p:cNvPr>
              <p:cNvPicPr/>
              <p:nvPr/>
            </p:nvPicPr>
            <p:blipFill>
              <a:blip r:embed="rId5"/>
              <a:stretch>
                <a:fillRect/>
              </a:stretch>
            </p:blipFill>
            <p:spPr>
              <a:xfrm>
                <a:off x="9103910" y="3569384"/>
                <a:ext cx="1002600" cy="1002600"/>
              </a:xfrm>
              <a:prstGeom prst="rect">
                <a:avLst/>
              </a:prstGeom>
            </p:spPr>
          </p:pic>
        </mc:Fallback>
      </mc:AlternateContent>
      <p:pic>
        <p:nvPicPr>
          <p:cNvPr id="17" name="Content Placeholder 16" descr="A screenshot of a computer&#10;&#10;AI-generated content may be incorrect.">
            <a:extLst>
              <a:ext uri="{FF2B5EF4-FFF2-40B4-BE49-F238E27FC236}">
                <a16:creationId xmlns:a16="http://schemas.microsoft.com/office/drawing/2014/main" id="{149DB3F3-6D1A-AFEC-8B7D-DF0A7D200C7B}"/>
              </a:ext>
            </a:extLst>
          </p:cNvPr>
          <p:cNvPicPr>
            <a:picLocks noGrp="1" noChangeAspect="1"/>
          </p:cNvPicPr>
          <p:nvPr>
            <p:ph idx="1"/>
          </p:nvPr>
        </p:nvPicPr>
        <p:blipFill>
          <a:blip r:embed="rId6"/>
          <a:stretch>
            <a:fillRect/>
          </a:stretch>
        </p:blipFill>
        <p:spPr>
          <a:xfrm>
            <a:off x="4727510" y="983414"/>
            <a:ext cx="6907927" cy="5253706"/>
          </a:xfrm>
        </p:spPr>
      </p:pic>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050E47CA-D520-96AB-863D-203969F91A0F}"/>
                  </a:ext>
                </a:extLst>
              </p14:cNvPr>
              <p14:cNvContentPartPr/>
              <p14:nvPr/>
            </p14:nvContentPartPr>
            <p14:xfrm>
              <a:off x="9450344" y="3724060"/>
              <a:ext cx="566304" cy="981835"/>
            </p14:xfrm>
          </p:contentPart>
        </mc:Choice>
        <mc:Fallback xmlns="">
          <p:pic>
            <p:nvPicPr>
              <p:cNvPr id="18" name="Ink 17">
                <a:extLst>
                  <a:ext uri="{FF2B5EF4-FFF2-40B4-BE49-F238E27FC236}">
                    <a16:creationId xmlns:a16="http://schemas.microsoft.com/office/drawing/2014/main" id="{050E47CA-D520-96AB-863D-203969F91A0F}"/>
                  </a:ext>
                </a:extLst>
              </p:cNvPr>
              <p:cNvPicPr/>
              <p:nvPr/>
            </p:nvPicPr>
            <p:blipFill>
              <a:blip r:embed="rId8"/>
              <a:stretch>
                <a:fillRect/>
              </a:stretch>
            </p:blipFill>
            <p:spPr>
              <a:xfrm>
                <a:off x="9432714" y="3706424"/>
                <a:ext cx="601923" cy="1017466"/>
              </a:xfrm>
              <a:prstGeom prst="rect">
                <a:avLst/>
              </a:prstGeom>
            </p:spPr>
          </p:pic>
        </mc:Fallback>
      </mc:AlternateContent>
    </p:spTree>
    <p:extLst>
      <p:ext uri="{BB962C8B-B14F-4D97-AF65-F5344CB8AC3E}">
        <p14:creationId xmlns:p14="http://schemas.microsoft.com/office/powerpoint/2010/main" val="1418713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BA7E463-0BA9-C3CE-D0B4-C82D25A1995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1900" kern="1200" dirty="0">
                <a:solidFill>
                  <a:srgbClr val="FFFFFF"/>
                </a:solidFill>
                <a:latin typeface="+mj-lt"/>
                <a:ea typeface="+mj-ea"/>
                <a:cs typeface="+mj-cs"/>
              </a:rPr>
              <a:t>We ssh into every Instances to Confirm every scripts works perfectly: </a:t>
            </a:r>
            <a:br>
              <a:rPr lang="en-US" sz="1900" kern="1200" dirty="0"/>
            </a:br>
            <a:r>
              <a:rPr lang="en-US" sz="1900" kern="1200" dirty="0">
                <a:solidFill>
                  <a:srgbClr val="FFFFFF"/>
                </a:solidFill>
                <a:latin typeface="+mj-lt"/>
                <a:ea typeface="+mj-ea"/>
                <a:cs typeface="+mj-cs"/>
              </a:rPr>
              <a:t>paste the instance copied ssh-login details on Ur terminal </a:t>
            </a:r>
            <a:r>
              <a:rPr lang="en-US" sz="1900" dirty="0">
                <a:solidFill>
                  <a:srgbClr val="FFFFFF"/>
                </a:solidFill>
              </a:rPr>
              <a:t>where</a:t>
            </a:r>
            <a:r>
              <a:rPr lang="en-US" sz="1900" kern="1200" dirty="0">
                <a:solidFill>
                  <a:srgbClr val="FFFFFF"/>
                </a:solidFill>
                <a:latin typeface="+mj-lt"/>
                <a:ea typeface="+mj-ea"/>
                <a:cs typeface="+mj-cs"/>
              </a:rPr>
              <a:t> Ur AWS SSH-private key is located and click enter</a:t>
            </a:r>
            <a:r>
              <a:rPr lang="en-US" sz="1900" dirty="0">
                <a:solidFill>
                  <a:srgbClr val="FFFFFF"/>
                </a:solidFill>
              </a:rPr>
              <a:t>.</a:t>
            </a:r>
            <a:br>
              <a:rPr lang="en-US" sz="1900" dirty="0">
                <a:solidFill>
                  <a:srgbClr val="FFFFFF"/>
                </a:solidFill>
              </a:rPr>
            </a:br>
            <a:r>
              <a:rPr lang="en-US" sz="1900" dirty="0">
                <a:solidFill>
                  <a:srgbClr val="FFFFFF"/>
                </a:solidFill>
              </a:rPr>
              <a:t>Repeat same process on other instances. </a:t>
            </a:r>
            <a:endParaRPr lang="en-US" sz="1900" kern="1200" dirty="0">
              <a:solidFill>
                <a:srgbClr val="FFFFFF"/>
              </a:solidFill>
              <a:latin typeface="+mj-lt"/>
              <a:ea typeface="+mj-ea"/>
              <a:cs typeface="+mj-cs"/>
            </a:endParaRPr>
          </a:p>
        </p:txBody>
      </p:sp>
      <p:pic>
        <p:nvPicPr>
          <p:cNvPr id="4" name="Content Placeholder 3" descr="A screenshot of a computer program&#10;&#10;AI-generated content may be incorrect.">
            <a:extLst>
              <a:ext uri="{FF2B5EF4-FFF2-40B4-BE49-F238E27FC236}">
                <a16:creationId xmlns:a16="http://schemas.microsoft.com/office/drawing/2014/main" id="{D7154D57-93B8-CC4E-9529-5541AA0C732B}"/>
              </a:ext>
            </a:extLst>
          </p:cNvPr>
          <p:cNvPicPr>
            <a:picLocks noGrp="1" noChangeAspect="1"/>
          </p:cNvPicPr>
          <p:nvPr>
            <p:ph idx="1"/>
          </p:nvPr>
        </p:nvPicPr>
        <p:blipFill>
          <a:blip r:embed="rId2"/>
          <a:stretch>
            <a:fillRect/>
          </a:stretch>
        </p:blipFill>
        <p:spPr>
          <a:xfrm>
            <a:off x="4502428" y="1071600"/>
            <a:ext cx="7225748" cy="4714800"/>
          </a:xfrm>
          <a:prstGeom prst="rect">
            <a:avLst/>
          </a:prstGeom>
        </p:spPr>
      </p:pic>
    </p:spTree>
    <p:extLst>
      <p:ext uri="{BB962C8B-B14F-4D97-AF65-F5344CB8AC3E}">
        <p14:creationId xmlns:p14="http://schemas.microsoft.com/office/powerpoint/2010/main" val="650065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14C78B5-EC6B-4A39-8860-705100867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781648-4E87-65A0-C35B-4B8E227E625B}"/>
              </a:ext>
            </a:extLst>
          </p:cNvPr>
          <p:cNvSpPr>
            <a:spLocks noGrp="1"/>
          </p:cNvSpPr>
          <p:nvPr>
            <p:ph type="title"/>
          </p:nvPr>
        </p:nvSpPr>
        <p:spPr>
          <a:xfrm>
            <a:off x="838200" y="4669978"/>
            <a:ext cx="4391024" cy="1173700"/>
          </a:xfrm>
        </p:spPr>
        <p:txBody>
          <a:bodyPr anchor="t">
            <a:normAutofit fontScale="90000"/>
          </a:bodyPr>
          <a:lstStyle/>
          <a:p>
            <a:r>
              <a:rPr lang="en-US" sz="4000" dirty="0">
                <a:solidFill>
                  <a:schemeClr val="bg1"/>
                </a:solidFill>
              </a:rPr>
              <a:t>All Instances checked </a:t>
            </a:r>
          </a:p>
        </p:txBody>
      </p:sp>
      <p:pic>
        <p:nvPicPr>
          <p:cNvPr id="5" name="Picture 4" descr="A screenshot of a computer program&#10;&#10;AI-generated content may be incorrect.">
            <a:extLst>
              <a:ext uri="{FF2B5EF4-FFF2-40B4-BE49-F238E27FC236}">
                <a16:creationId xmlns:a16="http://schemas.microsoft.com/office/drawing/2014/main" id="{C036600B-DD19-66DB-0190-119696D32A38}"/>
              </a:ext>
            </a:extLst>
          </p:cNvPr>
          <p:cNvPicPr>
            <a:picLocks noChangeAspect="1"/>
          </p:cNvPicPr>
          <p:nvPr/>
        </p:nvPicPr>
        <p:blipFill>
          <a:blip r:embed="rId2"/>
          <a:srcRect t="15374" r="-1" b="17518"/>
          <a:stretch/>
        </p:blipFill>
        <p:spPr>
          <a:xfrm>
            <a:off x="20" y="10"/>
            <a:ext cx="4000480" cy="3904882"/>
          </a:xfrm>
          <a:custGeom>
            <a:avLst/>
            <a:gdLst/>
            <a:ahLst/>
            <a:cxnLst/>
            <a:rect l="l" t="t" r="r" b="b"/>
            <a:pathLst>
              <a:path w="4000500" h="3413410">
                <a:moveTo>
                  <a:pt x="0" y="0"/>
                </a:moveTo>
                <a:lnTo>
                  <a:pt x="4000500" y="0"/>
                </a:lnTo>
                <a:lnTo>
                  <a:pt x="4000500" y="3330603"/>
                </a:lnTo>
                <a:lnTo>
                  <a:pt x="416174" y="3413410"/>
                </a:lnTo>
                <a:lnTo>
                  <a:pt x="0" y="3408169"/>
                </a:lnTo>
                <a:close/>
              </a:path>
            </a:pathLst>
          </a:custGeom>
        </p:spPr>
      </p:pic>
      <p:pic>
        <p:nvPicPr>
          <p:cNvPr id="4" name="Content Placeholder 3" descr="A screenshot of a computer&#10;&#10;AI-generated content may be incorrect.">
            <a:extLst>
              <a:ext uri="{FF2B5EF4-FFF2-40B4-BE49-F238E27FC236}">
                <a16:creationId xmlns:a16="http://schemas.microsoft.com/office/drawing/2014/main" id="{9BBCEB3D-1026-1351-F147-22FDD75B1547}"/>
              </a:ext>
            </a:extLst>
          </p:cNvPr>
          <p:cNvPicPr>
            <a:picLocks noChangeAspect="1"/>
          </p:cNvPicPr>
          <p:nvPr/>
        </p:nvPicPr>
        <p:blipFill>
          <a:blip r:embed="rId3"/>
          <a:srcRect r="-2" b="5889"/>
          <a:stretch/>
        </p:blipFill>
        <p:spPr>
          <a:xfrm>
            <a:off x="4191002" y="10"/>
            <a:ext cx="3809998" cy="3904881"/>
          </a:xfrm>
          <a:custGeom>
            <a:avLst/>
            <a:gdLst/>
            <a:ahLst/>
            <a:cxnLst/>
            <a:rect l="l" t="t" r="r" b="b"/>
            <a:pathLst>
              <a:path w="3809998" h="3361533">
                <a:moveTo>
                  <a:pt x="0" y="0"/>
                </a:moveTo>
                <a:lnTo>
                  <a:pt x="3809998" y="0"/>
                </a:lnTo>
                <a:lnTo>
                  <a:pt x="3809998" y="3353206"/>
                </a:lnTo>
                <a:lnTo>
                  <a:pt x="1781628" y="3181423"/>
                </a:lnTo>
                <a:lnTo>
                  <a:pt x="0" y="3361533"/>
                </a:lnTo>
                <a:close/>
              </a:path>
            </a:pathLst>
          </a:custGeom>
        </p:spPr>
      </p:pic>
      <p:pic>
        <p:nvPicPr>
          <p:cNvPr id="6" name="Picture 5" descr="A screenshot of a computer&#10;&#10;AI-generated content may be incorrect.">
            <a:extLst>
              <a:ext uri="{FF2B5EF4-FFF2-40B4-BE49-F238E27FC236}">
                <a16:creationId xmlns:a16="http://schemas.microsoft.com/office/drawing/2014/main" id="{EC579152-A0A3-F3E8-585E-179CEB0F3E14}"/>
              </a:ext>
            </a:extLst>
          </p:cNvPr>
          <p:cNvPicPr>
            <a:picLocks noChangeAspect="1"/>
          </p:cNvPicPr>
          <p:nvPr/>
        </p:nvPicPr>
        <p:blipFill>
          <a:blip r:embed="rId4"/>
          <a:srcRect l="13597" r="16079" b="-2"/>
          <a:stretch/>
        </p:blipFill>
        <p:spPr>
          <a:xfrm>
            <a:off x="8191500" y="-1"/>
            <a:ext cx="4000500" cy="4008409"/>
          </a:xfrm>
          <a:custGeom>
            <a:avLst/>
            <a:gdLst/>
            <a:ahLst/>
            <a:cxnLst/>
            <a:rect l="l" t="t" r="r" b="b"/>
            <a:pathLst>
              <a:path w="4000500" h="3403026">
                <a:moveTo>
                  <a:pt x="0" y="0"/>
                </a:moveTo>
                <a:lnTo>
                  <a:pt x="4000500" y="0"/>
                </a:lnTo>
                <a:lnTo>
                  <a:pt x="4000500" y="3403026"/>
                </a:lnTo>
                <a:lnTo>
                  <a:pt x="9072" y="3370108"/>
                </a:lnTo>
                <a:lnTo>
                  <a:pt x="0" y="3369340"/>
                </a:lnTo>
                <a:close/>
              </a:path>
            </a:pathLst>
          </a:custGeom>
        </p:spPr>
      </p:pic>
      <p:grpSp>
        <p:nvGrpSpPr>
          <p:cNvPr id="15" name="Group 14">
            <a:extLst>
              <a:ext uri="{FF2B5EF4-FFF2-40B4-BE49-F238E27FC236}">
                <a16:creationId xmlns:a16="http://schemas.microsoft.com/office/drawing/2014/main" id="{A50943B0-FDF7-4C2C-B784-9208C945A8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16" name="Freeform: Shape 15">
              <a:extLst>
                <a:ext uri="{FF2B5EF4-FFF2-40B4-BE49-F238E27FC236}">
                  <a16:creationId xmlns:a16="http://schemas.microsoft.com/office/drawing/2014/main" id="{64021FAB-FA86-49DE-8FC9-585A1729B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7B58B526-A432-4EB5-AA70-2BB897257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5">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Content Placeholder 9">
            <a:extLst>
              <a:ext uri="{FF2B5EF4-FFF2-40B4-BE49-F238E27FC236}">
                <a16:creationId xmlns:a16="http://schemas.microsoft.com/office/drawing/2014/main" id="{C9FA773C-D7D6-96A9-7A83-D13C93DF5BB2}"/>
              </a:ext>
            </a:extLst>
          </p:cNvPr>
          <p:cNvSpPr>
            <a:spLocks noGrp="1"/>
          </p:cNvSpPr>
          <p:nvPr>
            <p:ph idx="1"/>
          </p:nvPr>
        </p:nvSpPr>
        <p:spPr>
          <a:xfrm>
            <a:off x="5664201" y="4766267"/>
            <a:ext cx="5692774" cy="1077411"/>
          </a:xfrm>
        </p:spPr>
        <p:txBody>
          <a:bodyPr vert="horz" lIns="91440" tIns="45720" rIns="91440" bIns="45720" rtlCol="0" anchor="t">
            <a:normAutofit/>
          </a:bodyPr>
          <a:lstStyle/>
          <a:p>
            <a:pPr marL="0" indent="0">
              <a:buNone/>
            </a:pPr>
            <a:r>
              <a:rPr lang="en-US" sz="2400" dirty="0">
                <a:solidFill>
                  <a:schemeClr val="bg1">
                    <a:alpha val="80000"/>
                  </a:schemeClr>
                </a:solidFill>
              </a:rPr>
              <a:t>All the Instances are working perfectly, all Bash scripts works perfectly.</a:t>
            </a:r>
          </a:p>
        </p:txBody>
      </p:sp>
    </p:spTree>
    <p:extLst>
      <p:ext uri="{BB962C8B-B14F-4D97-AF65-F5344CB8AC3E}">
        <p14:creationId xmlns:p14="http://schemas.microsoft.com/office/powerpoint/2010/main" val="801321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BEA4F-01FD-C557-2340-81D0ABB3ACBC}"/>
              </a:ext>
            </a:extLst>
          </p:cNvPr>
          <p:cNvSpPr>
            <a:spLocks noGrp="1"/>
          </p:cNvSpPr>
          <p:nvPr>
            <p:ph type="title"/>
          </p:nvPr>
        </p:nvSpPr>
        <p:spPr>
          <a:xfrm>
            <a:off x="699713" y="248038"/>
            <a:ext cx="7063721" cy="1159200"/>
          </a:xfrm>
          <a:prstGeom prst="ellipse">
            <a:avLst/>
          </a:prstGeom>
        </p:spPr>
        <p:txBody>
          <a:bodyPr vert="horz" lIns="91440" tIns="45720" rIns="91440" bIns="45720" rtlCol="0" anchor="ctr">
            <a:normAutofit fontScale="90000"/>
          </a:bodyPr>
          <a:lstStyle/>
          <a:p>
            <a:r>
              <a:rPr lang="en-US" sz="2400" kern="1200" dirty="0">
                <a:solidFill>
                  <a:srgbClr val="FFFFFF"/>
                </a:solidFill>
                <a:latin typeface="+mj-lt"/>
                <a:ea typeface="+mj-ea"/>
                <a:cs typeface="+mj-cs"/>
              </a:rPr>
              <a:t>5. Updating Ip to name mapping using Route 53(AWS DNS)</a:t>
            </a:r>
            <a:br>
              <a:rPr lang="en-US" sz="1600" kern="1200" dirty="0"/>
            </a:br>
            <a:r>
              <a:rPr lang="en-US" sz="1600" kern="1200" dirty="0">
                <a:solidFill>
                  <a:srgbClr val="FFFFFF"/>
                </a:solidFill>
                <a:latin typeface="+mj-lt"/>
                <a:ea typeface="+mj-ea"/>
                <a:cs typeface="+mj-cs"/>
              </a:rPr>
              <a:t>we go to route 53 &amp; create a Hosted Zone</a:t>
            </a:r>
          </a:p>
        </p:txBody>
      </p:sp>
      <p:pic>
        <p:nvPicPr>
          <p:cNvPr id="4" name="Content Placeholder 3" descr="A screenshot of a computer&#10;&#10;AI-generated content may be incorrect.">
            <a:extLst>
              <a:ext uri="{FF2B5EF4-FFF2-40B4-BE49-F238E27FC236}">
                <a16:creationId xmlns:a16="http://schemas.microsoft.com/office/drawing/2014/main" id="{4DD8B4C1-2DCC-860F-2B36-C9915B69AECD}"/>
              </a:ext>
            </a:extLst>
          </p:cNvPr>
          <p:cNvPicPr>
            <a:picLocks noGrp="1" noChangeAspect="1"/>
          </p:cNvPicPr>
          <p:nvPr>
            <p:ph idx="1"/>
          </p:nvPr>
        </p:nvPicPr>
        <p:blipFill>
          <a:blip r:embed="rId2"/>
          <a:stretch>
            <a:fillRect/>
          </a:stretch>
        </p:blipFill>
        <p:spPr>
          <a:xfrm>
            <a:off x="1506144" y="1966293"/>
            <a:ext cx="9179711" cy="4452160"/>
          </a:xfrm>
          <a:prstGeom prst="rect">
            <a:avLst/>
          </a:prstGeom>
        </p:spPr>
      </p:pic>
    </p:spTree>
    <p:extLst>
      <p:ext uri="{BB962C8B-B14F-4D97-AF65-F5344CB8AC3E}">
        <p14:creationId xmlns:p14="http://schemas.microsoft.com/office/powerpoint/2010/main" val="2351375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87EB9-2DC9-8A7E-265F-0E26EAC4064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Continuation of name mapping using route53 </a:t>
            </a:r>
          </a:p>
        </p:txBody>
      </p:sp>
      <p:pic>
        <p:nvPicPr>
          <p:cNvPr id="4" name="Content Placeholder 3" descr="A screenshot of a computer&#10;&#10;AI-generated content may be incorrect.">
            <a:extLst>
              <a:ext uri="{FF2B5EF4-FFF2-40B4-BE49-F238E27FC236}">
                <a16:creationId xmlns:a16="http://schemas.microsoft.com/office/drawing/2014/main" id="{46830BF9-1C0C-1AE5-0EEF-202B5D58CA22}"/>
              </a:ext>
            </a:extLst>
          </p:cNvPr>
          <p:cNvPicPr>
            <a:picLocks noGrp="1" noChangeAspect="1"/>
          </p:cNvPicPr>
          <p:nvPr>
            <p:ph idx="1"/>
          </p:nvPr>
        </p:nvPicPr>
        <p:blipFill>
          <a:blip r:embed="rId2"/>
          <a:stretch>
            <a:fillRect/>
          </a:stretch>
        </p:blipFill>
        <p:spPr>
          <a:xfrm>
            <a:off x="1701801" y="1675227"/>
            <a:ext cx="8788398" cy="4394199"/>
          </a:xfrm>
          <a:prstGeom prst="rect">
            <a:avLst/>
          </a:prstGeom>
        </p:spPr>
      </p:pic>
    </p:spTree>
    <p:extLst>
      <p:ext uri="{BB962C8B-B14F-4D97-AF65-F5344CB8AC3E}">
        <p14:creationId xmlns:p14="http://schemas.microsoft.com/office/powerpoint/2010/main" val="3032309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ED5C2F0-689B-9E3F-C388-4DAC85FAFDA2}"/>
              </a:ext>
            </a:extLst>
          </p:cNvPr>
          <p:cNvSpPr>
            <a:spLocks noGrp="1"/>
          </p:cNvSpPr>
          <p:nvPr>
            <p:ph type="title"/>
          </p:nvPr>
        </p:nvSpPr>
        <p:spPr>
          <a:xfrm>
            <a:off x="660041" y="2767106"/>
            <a:ext cx="2880828" cy="3071906"/>
          </a:xfrm>
          <a:prstGeom prst="ellipse">
            <a:avLst/>
          </a:prstGeom>
        </p:spPr>
        <p:txBody>
          <a:bodyPr vert="horz" lIns="91440" tIns="45720" rIns="91440" bIns="45720" rtlCol="0" anchor="t">
            <a:normAutofit/>
          </a:bodyPr>
          <a:lstStyle/>
          <a:p>
            <a:r>
              <a:rPr lang="en-US" sz="1600" kern="1200">
                <a:solidFill>
                  <a:srgbClr val="FFFFFF"/>
                </a:solidFill>
                <a:latin typeface="+mj-lt"/>
                <a:ea typeface="+mj-ea"/>
                <a:cs typeface="+mj-cs"/>
              </a:rPr>
              <a:t>After Creating Hosted Zones, we create records to mapp all the instances private ips to name(ie mapping 172.31.87.145 to db01) </a:t>
            </a:r>
          </a:p>
        </p:txBody>
      </p:sp>
      <p:pic>
        <p:nvPicPr>
          <p:cNvPr id="4" name="Content Placeholder 3" descr="A screenshot of a record&#10;&#10;AI-generated content may be incorrect.">
            <a:extLst>
              <a:ext uri="{FF2B5EF4-FFF2-40B4-BE49-F238E27FC236}">
                <a16:creationId xmlns:a16="http://schemas.microsoft.com/office/drawing/2014/main" id="{14D1EA7F-C297-3B26-8E87-39949AB09D15}"/>
              </a:ext>
            </a:extLst>
          </p:cNvPr>
          <p:cNvPicPr>
            <a:picLocks noGrp="1" noChangeAspect="1"/>
          </p:cNvPicPr>
          <p:nvPr>
            <p:ph idx="1"/>
          </p:nvPr>
        </p:nvPicPr>
        <p:blipFill>
          <a:blip r:embed="rId2"/>
          <a:stretch>
            <a:fillRect/>
          </a:stretch>
        </p:blipFill>
        <p:spPr>
          <a:xfrm>
            <a:off x="4502428" y="493540"/>
            <a:ext cx="7225748" cy="5870919"/>
          </a:xfrm>
          <a:prstGeom prst="rect">
            <a:avLst/>
          </a:prstGeom>
        </p:spPr>
      </p:pic>
    </p:spTree>
    <p:extLst>
      <p:ext uri="{BB962C8B-B14F-4D97-AF65-F5344CB8AC3E}">
        <p14:creationId xmlns:p14="http://schemas.microsoft.com/office/powerpoint/2010/main" val="3491183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C8C2D44-2500-ADFF-3E7A-73980FB2EA9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Private Ip to name mapping for(memchaced instance)</a:t>
            </a:r>
          </a:p>
        </p:txBody>
      </p:sp>
      <p:pic>
        <p:nvPicPr>
          <p:cNvPr id="4" name="Content Placeholder 3" descr="A screenshot of a record&#10;&#10;AI-generated content may be incorrect.">
            <a:extLst>
              <a:ext uri="{FF2B5EF4-FFF2-40B4-BE49-F238E27FC236}">
                <a16:creationId xmlns:a16="http://schemas.microsoft.com/office/drawing/2014/main" id="{805FF9F6-5464-57BF-86C8-5BCC9385DD44}"/>
              </a:ext>
            </a:extLst>
          </p:cNvPr>
          <p:cNvPicPr>
            <a:picLocks noGrp="1" noChangeAspect="1"/>
          </p:cNvPicPr>
          <p:nvPr>
            <p:ph idx="1"/>
          </p:nvPr>
        </p:nvPicPr>
        <p:blipFill>
          <a:blip r:embed="rId2"/>
          <a:stretch>
            <a:fillRect/>
          </a:stretch>
        </p:blipFill>
        <p:spPr>
          <a:xfrm>
            <a:off x="4514338" y="467208"/>
            <a:ext cx="7201927" cy="5923584"/>
          </a:xfrm>
          <a:prstGeom prst="rect">
            <a:avLst/>
          </a:prstGeom>
        </p:spPr>
      </p:pic>
    </p:spTree>
    <p:extLst>
      <p:ext uri="{BB962C8B-B14F-4D97-AF65-F5344CB8AC3E}">
        <p14:creationId xmlns:p14="http://schemas.microsoft.com/office/powerpoint/2010/main" val="19013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record&#10;&#10;AI-generated content may be incorrect.">
            <a:extLst>
              <a:ext uri="{FF2B5EF4-FFF2-40B4-BE49-F238E27FC236}">
                <a16:creationId xmlns:a16="http://schemas.microsoft.com/office/drawing/2014/main" id="{301EB063-462F-37A5-78DE-63DF5A13D1D3}"/>
              </a:ext>
            </a:extLst>
          </p:cNvPr>
          <p:cNvPicPr>
            <a:picLocks noGrp="1" noChangeAspect="1"/>
          </p:cNvPicPr>
          <p:nvPr>
            <p:ph idx="1"/>
          </p:nvPr>
        </p:nvPicPr>
        <p:blipFill>
          <a:blip r:embed="rId2"/>
          <a:srcRect l="1838" r="4999" b="-2"/>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A308940-998D-53CE-1003-36632F407B54}"/>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Private Ip to name mapping for(RabbitMQ instance)</a:t>
            </a:r>
          </a:p>
        </p:txBody>
      </p:sp>
    </p:spTree>
    <p:extLst>
      <p:ext uri="{BB962C8B-B14F-4D97-AF65-F5344CB8AC3E}">
        <p14:creationId xmlns:p14="http://schemas.microsoft.com/office/powerpoint/2010/main" val="1745703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record&#10;&#10;AI-generated content may be incorrect.">
            <a:extLst>
              <a:ext uri="{FF2B5EF4-FFF2-40B4-BE49-F238E27FC236}">
                <a16:creationId xmlns:a16="http://schemas.microsoft.com/office/drawing/2014/main" id="{B2154E85-8169-5841-5830-7341EE16A72B}"/>
              </a:ext>
            </a:extLst>
          </p:cNvPr>
          <p:cNvPicPr>
            <a:picLocks noGrp="1" noChangeAspect="1"/>
          </p:cNvPicPr>
          <p:nvPr>
            <p:ph idx="1"/>
          </p:nvPr>
        </p:nvPicPr>
        <p:blipFill>
          <a:blip r:embed="rId2"/>
          <a:srcRect t="576"/>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D158A99-CB62-D894-1B20-51BAB01DD43B}"/>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Private Ip to name mapping for(TomCat instance)</a:t>
            </a:r>
          </a:p>
        </p:txBody>
      </p:sp>
    </p:spTree>
    <p:extLst>
      <p:ext uri="{BB962C8B-B14F-4D97-AF65-F5344CB8AC3E}">
        <p14:creationId xmlns:p14="http://schemas.microsoft.com/office/powerpoint/2010/main" val="712045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4B23E0B-B506-3A8C-E20B-4C0F371A84F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2200" kern="1200">
                <a:solidFill>
                  <a:srgbClr val="FFFFFF"/>
                </a:solidFill>
                <a:latin typeface="+mj-lt"/>
                <a:ea typeface="+mj-ea"/>
                <a:cs typeface="+mj-cs"/>
              </a:rPr>
              <a:t>After Mapping is Completed, we ssh into the vprofile-app01(Tomcat Instance) to ping all other instances using their record names.</a:t>
            </a:r>
            <a:br>
              <a:rPr lang="en-US" sz="2200" kern="1200">
                <a:solidFill>
                  <a:srgbClr val="FFFFFF"/>
                </a:solidFill>
                <a:latin typeface="+mj-lt"/>
                <a:ea typeface="+mj-ea"/>
                <a:cs typeface="+mj-cs"/>
              </a:rPr>
            </a:br>
            <a:r>
              <a:rPr lang="en-US" sz="2200" kern="1200">
                <a:solidFill>
                  <a:srgbClr val="FFFFFF"/>
                </a:solidFill>
                <a:latin typeface="+mj-lt"/>
                <a:ea typeface="+mj-ea"/>
                <a:cs typeface="+mj-cs"/>
              </a:rPr>
              <a:t>And it was a success</a:t>
            </a:r>
          </a:p>
        </p:txBody>
      </p:sp>
      <p:pic>
        <p:nvPicPr>
          <p:cNvPr id="4" name="Content Placeholder 3" descr="A screenshot of a computer program&#10;&#10;AI-generated content may be incorrect.">
            <a:extLst>
              <a:ext uri="{FF2B5EF4-FFF2-40B4-BE49-F238E27FC236}">
                <a16:creationId xmlns:a16="http://schemas.microsoft.com/office/drawing/2014/main" id="{148C9D18-DD79-75FA-687F-B216F9AF2E77}"/>
              </a:ext>
            </a:extLst>
          </p:cNvPr>
          <p:cNvPicPr>
            <a:picLocks noGrp="1" noChangeAspect="1"/>
          </p:cNvPicPr>
          <p:nvPr>
            <p:ph idx="1"/>
          </p:nvPr>
        </p:nvPicPr>
        <p:blipFill>
          <a:blip r:embed="rId2"/>
          <a:stretch>
            <a:fillRect/>
          </a:stretch>
        </p:blipFill>
        <p:spPr>
          <a:xfrm>
            <a:off x="5449689" y="467208"/>
            <a:ext cx="5331225" cy="5923584"/>
          </a:xfrm>
          <a:prstGeom prst="rect">
            <a:avLst/>
          </a:prstGeom>
        </p:spPr>
      </p:pic>
    </p:spTree>
    <p:extLst>
      <p:ext uri="{BB962C8B-B14F-4D97-AF65-F5344CB8AC3E}">
        <p14:creationId xmlns:p14="http://schemas.microsoft.com/office/powerpoint/2010/main" val="4153661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5E114-D008-F176-59B3-98D99F39676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100" kern="1200">
                <a:solidFill>
                  <a:srgbClr val="FFFFFF"/>
                </a:solidFill>
                <a:latin typeface="+mj-lt"/>
                <a:ea typeface="+mj-ea"/>
                <a:cs typeface="+mj-cs"/>
              </a:rPr>
              <a:t>Route53 ip to name mapping completed. Creating Record for all the 4 instances.</a:t>
            </a:r>
          </a:p>
        </p:txBody>
      </p:sp>
      <p:pic>
        <p:nvPicPr>
          <p:cNvPr id="4" name="Content Placeholder 3" descr="A screenshot of a computer&#10;&#10;AI-generated content may be incorrect.">
            <a:extLst>
              <a:ext uri="{FF2B5EF4-FFF2-40B4-BE49-F238E27FC236}">
                <a16:creationId xmlns:a16="http://schemas.microsoft.com/office/drawing/2014/main" id="{659148D5-F291-368A-9995-05B4707EF302}"/>
              </a:ext>
            </a:extLst>
          </p:cNvPr>
          <p:cNvPicPr>
            <a:picLocks noGrp="1" noChangeAspect="1"/>
          </p:cNvPicPr>
          <p:nvPr>
            <p:ph idx="1"/>
          </p:nvPr>
        </p:nvPicPr>
        <p:blipFill>
          <a:blip r:embed="rId2"/>
          <a:stretch>
            <a:fillRect/>
          </a:stretch>
        </p:blipFill>
        <p:spPr>
          <a:xfrm>
            <a:off x="1482363" y="1966293"/>
            <a:ext cx="9227273" cy="4452160"/>
          </a:xfrm>
          <a:prstGeom prst="rect">
            <a:avLst/>
          </a:prstGeom>
        </p:spPr>
      </p:pic>
    </p:spTree>
    <p:extLst>
      <p:ext uri="{BB962C8B-B14F-4D97-AF65-F5344CB8AC3E}">
        <p14:creationId xmlns:p14="http://schemas.microsoft.com/office/powerpoint/2010/main" val="764334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BC021-82EC-43B3-6EA5-146239056E2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6. Building The Application From The Source Code with Maven.</a:t>
            </a:r>
          </a:p>
        </p:txBody>
      </p:sp>
      <p:sp>
        <p:nvSpPr>
          <p:cNvPr id="3" name="Content Placeholder 2">
            <a:extLst>
              <a:ext uri="{FF2B5EF4-FFF2-40B4-BE49-F238E27FC236}">
                <a16:creationId xmlns:a16="http://schemas.microsoft.com/office/drawing/2014/main" id="{1ECFABEB-D30F-FBBF-A52D-BA7B55763132}"/>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a:t>We are going to build the project Artifact from the source code, &amp; Push it to an s3 bucket, after that on the Tomcat instance(vprofile-app01), we fetch the Artifact from the s3.  </a:t>
            </a:r>
          </a:p>
          <a:p>
            <a:pPr marL="0" indent="0">
              <a:buNone/>
            </a:pPr>
            <a:endParaRPr lang="en-US" sz="2000"/>
          </a:p>
          <a:p>
            <a:pPr marL="0" indent="0">
              <a:buNone/>
            </a:pPr>
            <a:r>
              <a:rPr lang="en-US" sz="2000"/>
              <a:t>We are going to install maven, open jdk(Java), AWSCLI on our system to enable us build the source code, communicate with AWS and push the Artifacts to S3.</a:t>
            </a:r>
          </a:p>
        </p:txBody>
      </p:sp>
    </p:spTree>
    <p:extLst>
      <p:ext uri="{BB962C8B-B14F-4D97-AF65-F5344CB8AC3E}">
        <p14:creationId xmlns:p14="http://schemas.microsoft.com/office/powerpoint/2010/main" val="117218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0821-B228-9DBF-06B0-AE0657802A0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First we create an s3 bucket on AWS</a:t>
            </a:r>
          </a:p>
        </p:txBody>
      </p:sp>
      <p:pic>
        <p:nvPicPr>
          <p:cNvPr id="4" name="Content Placeholder 3" descr="A screenshot of a bucket&#10;&#10;AI-generated content may be incorrect.">
            <a:extLst>
              <a:ext uri="{FF2B5EF4-FFF2-40B4-BE49-F238E27FC236}">
                <a16:creationId xmlns:a16="http://schemas.microsoft.com/office/drawing/2014/main" id="{B71C28A2-4BE9-C943-B664-AA8E09ABE8C1}"/>
              </a:ext>
            </a:extLst>
          </p:cNvPr>
          <p:cNvPicPr>
            <a:picLocks noGrp="1" noChangeAspect="1"/>
          </p:cNvPicPr>
          <p:nvPr>
            <p:ph idx="1"/>
          </p:nvPr>
        </p:nvPicPr>
        <p:blipFill>
          <a:blip r:embed="rId2"/>
          <a:stretch>
            <a:fillRect/>
          </a:stretch>
        </p:blipFill>
        <p:spPr>
          <a:xfrm>
            <a:off x="5252096" y="643466"/>
            <a:ext cx="5831140" cy="5568739"/>
          </a:xfrm>
          <a:prstGeom prst="rect">
            <a:avLst/>
          </a:prstGeom>
        </p:spPr>
      </p:pic>
    </p:spTree>
    <p:extLst>
      <p:ext uri="{BB962C8B-B14F-4D97-AF65-F5344CB8AC3E}">
        <p14:creationId xmlns:p14="http://schemas.microsoft.com/office/powerpoint/2010/main" val="4238615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E976777-44B3-AE8F-AA9F-EA1E17D1C2F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S3 bucket created for our artifacts</a:t>
            </a:r>
          </a:p>
        </p:txBody>
      </p:sp>
      <p:pic>
        <p:nvPicPr>
          <p:cNvPr id="4" name="Content Placeholder 3" descr="A screenshot of a computer&#10;&#10;AI-generated content may be incorrect.">
            <a:extLst>
              <a:ext uri="{FF2B5EF4-FFF2-40B4-BE49-F238E27FC236}">
                <a16:creationId xmlns:a16="http://schemas.microsoft.com/office/drawing/2014/main" id="{DF117DAF-EEFD-32B1-EEAB-386F316542C5}"/>
              </a:ext>
            </a:extLst>
          </p:cNvPr>
          <p:cNvPicPr>
            <a:picLocks noGrp="1" noChangeAspect="1"/>
          </p:cNvPicPr>
          <p:nvPr>
            <p:ph idx="1"/>
          </p:nvPr>
        </p:nvPicPr>
        <p:blipFill>
          <a:blip r:embed="rId2"/>
          <a:stretch>
            <a:fillRect/>
          </a:stretch>
        </p:blipFill>
        <p:spPr>
          <a:xfrm>
            <a:off x="4525251" y="467208"/>
            <a:ext cx="7180101" cy="5923584"/>
          </a:xfrm>
          <a:prstGeom prst="rect">
            <a:avLst/>
          </a:prstGeom>
        </p:spPr>
      </p:pic>
    </p:spTree>
    <p:extLst>
      <p:ext uri="{BB962C8B-B14F-4D97-AF65-F5344CB8AC3E}">
        <p14:creationId xmlns:p14="http://schemas.microsoft.com/office/powerpoint/2010/main" val="81325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CCE59E-C68B-F216-4881-A76FA483554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Second We create a user &amp; assign IAM Roles</a:t>
            </a:r>
          </a:p>
        </p:txBody>
      </p:sp>
      <p:pic>
        <p:nvPicPr>
          <p:cNvPr id="4" name="Content Placeholder 3" descr="A screenshot of a computer&#10;&#10;AI-generated content may be incorrect.">
            <a:extLst>
              <a:ext uri="{FF2B5EF4-FFF2-40B4-BE49-F238E27FC236}">
                <a16:creationId xmlns:a16="http://schemas.microsoft.com/office/drawing/2014/main" id="{375EADF2-6680-ADB9-21F7-DE10A974761A}"/>
              </a:ext>
            </a:extLst>
          </p:cNvPr>
          <p:cNvPicPr>
            <a:picLocks noGrp="1" noChangeAspect="1"/>
          </p:cNvPicPr>
          <p:nvPr>
            <p:ph idx="1"/>
          </p:nvPr>
        </p:nvPicPr>
        <p:blipFill>
          <a:blip r:embed="rId2"/>
          <a:stretch>
            <a:fillRect/>
          </a:stretch>
        </p:blipFill>
        <p:spPr>
          <a:xfrm>
            <a:off x="4777316" y="1342770"/>
            <a:ext cx="6780700" cy="4170130"/>
          </a:xfrm>
          <a:prstGeom prst="rect">
            <a:avLst/>
          </a:prstGeom>
        </p:spPr>
      </p:pic>
    </p:spTree>
    <p:extLst>
      <p:ext uri="{BB962C8B-B14F-4D97-AF65-F5344CB8AC3E}">
        <p14:creationId xmlns:p14="http://schemas.microsoft.com/office/powerpoint/2010/main" val="36856764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EA44CA-8C98-18E2-5BE8-9C4F847C641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We Attached a IAM Policy to the User Created, granting s3 full access.</a:t>
            </a:r>
          </a:p>
        </p:txBody>
      </p:sp>
      <p:pic>
        <p:nvPicPr>
          <p:cNvPr id="4" name="Content Placeholder 3" descr="A screenshot of a computer&#10;&#10;AI-generated content may be incorrect.">
            <a:extLst>
              <a:ext uri="{FF2B5EF4-FFF2-40B4-BE49-F238E27FC236}">
                <a16:creationId xmlns:a16="http://schemas.microsoft.com/office/drawing/2014/main" id="{DB01208F-901E-1A25-00B0-6BBE811750F2}"/>
              </a:ext>
            </a:extLst>
          </p:cNvPr>
          <p:cNvPicPr>
            <a:picLocks noGrp="1" noChangeAspect="1"/>
          </p:cNvPicPr>
          <p:nvPr>
            <p:ph idx="1"/>
          </p:nvPr>
        </p:nvPicPr>
        <p:blipFill>
          <a:blip r:embed="rId2"/>
          <a:stretch>
            <a:fillRect/>
          </a:stretch>
        </p:blipFill>
        <p:spPr>
          <a:xfrm>
            <a:off x="4976411" y="643466"/>
            <a:ext cx="6382509" cy="5568739"/>
          </a:xfrm>
          <a:prstGeom prst="rect">
            <a:avLst/>
          </a:prstGeom>
        </p:spPr>
      </p:pic>
    </p:spTree>
    <p:extLst>
      <p:ext uri="{BB962C8B-B14F-4D97-AF65-F5344CB8AC3E}">
        <p14:creationId xmlns:p14="http://schemas.microsoft.com/office/powerpoint/2010/main" val="2027090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D2725-2920-149F-C77F-7FD867A6C75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User with s3 full access Created successfully.</a:t>
            </a:r>
          </a:p>
        </p:txBody>
      </p:sp>
      <p:pic>
        <p:nvPicPr>
          <p:cNvPr id="4" name="Content Placeholder 3" descr="A screenshot of a computer&#10;&#10;AI-generated content may be incorrect.">
            <a:extLst>
              <a:ext uri="{FF2B5EF4-FFF2-40B4-BE49-F238E27FC236}">
                <a16:creationId xmlns:a16="http://schemas.microsoft.com/office/drawing/2014/main" id="{3A8B71AD-37F7-2295-4FE8-DA24410D63B6}"/>
              </a:ext>
            </a:extLst>
          </p:cNvPr>
          <p:cNvPicPr>
            <a:picLocks noGrp="1" noChangeAspect="1"/>
          </p:cNvPicPr>
          <p:nvPr>
            <p:ph idx="1"/>
          </p:nvPr>
        </p:nvPicPr>
        <p:blipFill>
          <a:blip r:embed="rId2"/>
          <a:stretch>
            <a:fillRect/>
          </a:stretch>
        </p:blipFill>
        <p:spPr>
          <a:xfrm>
            <a:off x="4777316" y="1207157"/>
            <a:ext cx="6780700" cy="4441357"/>
          </a:xfrm>
          <a:prstGeom prst="rect">
            <a:avLst/>
          </a:prstGeom>
        </p:spPr>
      </p:pic>
    </p:spTree>
    <p:extLst>
      <p:ext uri="{BB962C8B-B14F-4D97-AF65-F5344CB8AC3E}">
        <p14:creationId xmlns:p14="http://schemas.microsoft.com/office/powerpoint/2010/main" val="2221962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675E86-1592-B527-34FB-36BE561D521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We Generated the User Access Keys</a:t>
            </a:r>
          </a:p>
        </p:txBody>
      </p:sp>
      <p:pic>
        <p:nvPicPr>
          <p:cNvPr id="4" name="Content Placeholder 3" descr="A screenshot of a computer&#10;&#10;AI-generated content may be incorrect.">
            <a:extLst>
              <a:ext uri="{FF2B5EF4-FFF2-40B4-BE49-F238E27FC236}">
                <a16:creationId xmlns:a16="http://schemas.microsoft.com/office/drawing/2014/main" id="{9F39DD64-A70F-C709-004C-2B5E8A17992F}"/>
              </a:ext>
            </a:extLst>
          </p:cNvPr>
          <p:cNvPicPr>
            <a:picLocks noGrp="1" noChangeAspect="1"/>
          </p:cNvPicPr>
          <p:nvPr>
            <p:ph idx="1"/>
          </p:nvPr>
        </p:nvPicPr>
        <p:blipFill>
          <a:blip r:embed="rId2"/>
          <a:stretch>
            <a:fillRect/>
          </a:stretch>
        </p:blipFill>
        <p:spPr>
          <a:xfrm>
            <a:off x="5311902" y="643466"/>
            <a:ext cx="5711528" cy="5568739"/>
          </a:xfrm>
          <a:prstGeom prst="rect">
            <a:avLst/>
          </a:prstGeom>
        </p:spPr>
      </p:pic>
    </p:spTree>
    <p:extLst>
      <p:ext uri="{BB962C8B-B14F-4D97-AF65-F5344CB8AC3E}">
        <p14:creationId xmlns:p14="http://schemas.microsoft.com/office/powerpoint/2010/main" val="3651236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6F951-BD19-3ECC-1E93-3BED7B2EB8F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We downloaded the .CSV files containing the Access keys &amp; Secret Access Keys.</a:t>
            </a:r>
          </a:p>
        </p:txBody>
      </p:sp>
      <p:pic>
        <p:nvPicPr>
          <p:cNvPr id="4" name="Content Placeholder 3" descr="A screenshot of a computer&#10;&#10;AI-generated content may be incorrect.">
            <a:extLst>
              <a:ext uri="{FF2B5EF4-FFF2-40B4-BE49-F238E27FC236}">
                <a16:creationId xmlns:a16="http://schemas.microsoft.com/office/drawing/2014/main" id="{F7CEB830-9D98-ACCC-A583-503F9459FF01}"/>
              </a:ext>
            </a:extLst>
          </p:cNvPr>
          <p:cNvPicPr>
            <a:picLocks noGrp="1" noChangeAspect="1"/>
          </p:cNvPicPr>
          <p:nvPr>
            <p:ph idx="1"/>
          </p:nvPr>
        </p:nvPicPr>
        <p:blipFill>
          <a:blip r:embed="rId2"/>
          <a:stretch>
            <a:fillRect/>
          </a:stretch>
        </p:blipFill>
        <p:spPr>
          <a:xfrm>
            <a:off x="5267281" y="643466"/>
            <a:ext cx="5800769" cy="5568739"/>
          </a:xfrm>
          <a:prstGeom prst="rect">
            <a:avLst/>
          </a:prstGeom>
        </p:spPr>
      </p:pic>
    </p:spTree>
    <p:extLst>
      <p:ext uri="{BB962C8B-B14F-4D97-AF65-F5344CB8AC3E}">
        <p14:creationId xmlns:p14="http://schemas.microsoft.com/office/powerpoint/2010/main" val="363268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F3F83B-872D-144B-3E5A-04C898F1B99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We Assign MFA(Multifactor Authentication) to the new User.</a:t>
            </a:r>
          </a:p>
        </p:txBody>
      </p:sp>
      <p:pic>
        <p:nvPicPr>
          <p:cNvPr id="4" name="Content Placeholder 3" descr="A screenshot of a computer&#10;&#10;AI-generated content may be incorrect.">
            <a:extLst>
              <a:ext uri="{FF2B5EF4-FFF2-40B4-BE49-F238E27FC236}">
                <a16:creationId xmlns:a16="http://schemas.microsoft.com/office/drawing/2014/main" id="{F35D58CF-FA62-ACB9-8CB5-B6096125AD21}"/>
              </a:ext>
            </a:extLst>
          </p:cNvPr>
          <p:cNvPicPr>
            <a:picLocks noGrp="1" noChangeAspect="1"/>
          </p:cNvPicPr>
          <p:nvPr>
            <p:ph idx="1"/>
          </p:nvPr>
        </p:nvPicPr>
        <p:blipFill>
          <a:blip r:embed="rId2"/>
          <a:stretch>
            <a:fillRect/>
          </a:stretch>
        </p:blipFill>
        <p:spPr>
          <a:xfrm>
            <a:off x="5340895" y="643466"/>
            <a:ext cx="5653542" cy="5568739"/>
          </a:xfrm>
          <a:prstGeom prst="rect">
            <a:avLst/>
          </a:prstGeom>
        </p:spPr>
      </p:pic>
    </p:spTree>
    <p:extLst>
      <p:ext uri="{BB962C8B-B14F-4D97-AF65-F5344CB8AC3E}">
        <p14:creationId xmlns:p14="http://schemas.microsoft.com/office/powerpoint/2010/main" val="3281769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5D8517-86A0-5396-D573-0F340DD31892}"/>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3100">
                <a:solidFill>
                  <a:srgbClr val="FFFFFF"/>
                </a:solidFill>
              </a:rPr>
              <a:t>We create IAM Roles for Tomcat Instance(vprofile-app01)</a:t>
            </a:r>
          </a:p>
        </p:txBody>
      </p:sp>
      <p:pic>
        <p:nvPicPr>
          <p:cNvPr id="4" name="Content Placeholder 3" descr="A screenshot of a computer&#10;&#10;AI-generated content may be incorrect.">
            <a:extLst>
              <a:ext uri="{FF2B5EF4-FFF2-40B4-BE49-F238E27FC236}">
                <a16:creationId xmlns:a16="http://schemas.microsoft.com/office/drawing/2014/main" id="{0B698ADD-FD37-12A5-D8E2-A45AEA6D70D8}"/>
              </a:ext>
            </a:extLst>
          </p:cNvPr>
          <p:cNvPicPr>
            <a:picLocks noGrp="1" noChangeAspect="1"/>
          </p:cNvPicPr>
          <p:nvPr>
            <p:ph idx="1"/>
          </p:nvPr>
        </p:nvPicPr>
        <p:blipFill>
          <a:blip r:embed="rId2"/>
          <a:stretch>
            <a:fillRect/>
          </a:stretch>
        </p:blipFill>
        <p:spPr>
          <a:xfrm>
            <a:off x="902553" y="2650091"/>
            <a:ext cx="3238707" cy="312535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D36CE15-4A71-F30E-1FB5-04DD896795C1}"/>
              </a:ext>
            </a:extLst>
          </p:cNvPr>
          <p:cNvPicPr>
            <a:picLocks noChangeAspect="1"/>
          </p:cNvPicPr>
          <p:nvPr/>
        </p:nvPicPr>
        <p:blipFill>
          <a:blip r:embed="rId3"/>
          <a:stretch>
            <a:fillRect/>
          </a:stretch>
        </p:blipFill>
        <p:spPr>
          <a:xfrm>
            <a:off x="4476646" y="2678430"/>
            <a:ext cx="3238707" cy="306867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D0D5C87-7123-5408-1086-65F0AC2995C4}"/>
              </a:ext>
            </a:extLst>
          </p:cNvPr>
          <p:cNvPicPr>
            <a:picLocks noChangeAspect="1"/>
          </p:cNvPicPr>
          <p:nvPr/>
        </p:nvPicPr>
        <p:blipFill>
          <a:blip r:embed="rId4"/>
          <a:stretch>
            <a:fillRect/>
          </a:stretch>
        </p:blipFill>
        <p:spPr>
          <a:xfrm>
            <a:off x="8050740" y="2767494"/>
            <a:ext cx="3238707" cy="2890546"/>
          </a:xfrm>
          <a:prstGeom prst="rect">
            <a:avLst/>
          </a:prstGeom>
        </p:spPr>
      </p:pic>
    </p:spTree>
    <p:extLst>
      <p:ext uri="{BB962C8B-B14F-4D97-AF65-F5344CB8AC3E}">
        <p14:creationId xmlns:p14="http://schemas.microsoft.com/office/powerpoint/2010/main" val="2032365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C856F-700E-D2A8-91C8-088368E208DB}"/>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After Creating the Role, we assign it to Tomcat Instance</a:t>
            </a:r>
          </a:p>
        </p:txBody>
      </p:sp>
      <p:sp>
        <p:nvSpPr>
          <p:cNvPr id="3" name="Content Placeholder 2">
            <a:extLst>
              <a:ext uri="{FF2B5EF4-FFF2-40B4-BE49-F238E27FC236}">
                <a16:creationId xmlns:a16="http://schemas.microsoft.com/office/drawing/2014/main" id="{91A7D596-E493-0CEF-0D58-5D45300F9A01}"/>
              </a:ext>
            </a:extLst>
          </p:cNvPr>
          <p:cNvSpPr>
            <a:spLocks noGrp="1"/>
          </p:cNvSpPr>
          <p:nvPr>
            <p:ph idx="1"/>
          </p:nvPr>
        </p:nvSpPr>
        <p:spPr>
          <a:xfrm>
            <a:off x="4581727" y="649480"/>
            <a:ext cx="3025303" cy="5546047"/>
          </a:xfrm>
        </p:spPr>
        <p:txBody>
          <a:bodyPr vert="horz" lIns="91440" tIns="45720" rIns="91440" bIns="45720" rtlCol="0" anchor="ctr">
            <a:normAutofit/>
          </a:bodyPr>
          <a:lstStyle/>
          <a:p>
            <a:r>
              <a:rPr lang="en-US" sz="2000"/>
              <a:t>We go to our ec2 instances, select app01 instance &amp; click on Actions</a:t>
            </a:r>
          </a:p>
          <a:p>
            <a:r>
              <a:rPr lang="en-US" sz="2000" dirty="0"/>
              <a:t>Scroll down to security, click on it &amp; scroll down to  'Modify IAM Roles' and select the roles created from the dropdown.</a:t>
            </a:r>
          </a:p>
        </p:txBody>
      </p:sp>
      <p:pic>
        <p:nvPicPr>
          <p:cNvPr id="4" name="Picture 3" descr="A screenshot of a computer&#10;&#10;AI-generated content may be incorrect.">
            <a:extLst>
              <a:ext uri="{FF2B5EF4-FFF2-40B4-BE49-F238E27FC236}">
                <a16:creationId xmlns:a16="http://schemas.microsoft.com/office/drawing/2014/main" id="{09E436B5-5F26-2175-C8AC-89C5A5088578}"/>
              </a:ext>
            </a:extLst>
          </p:cNvPr>
          <p:cNvPicPr>
            <a:picLocks noChangeAspect="1"/>
          </p:cNvPicPr>
          <p:nvPr/>
        </p:nvPicPr>
        <p:blipFill>
          <a:blip r:embed="rId2"/>
          <a:stretch>
            <a:fillRect/>
          </a:stretch>
        </p:blipFill>
        <p:spPr>
          <a:xfrm>
            <a:off x="8109502" y="1712926"/>
            <a:ext cx="3615776" cy="3444026"/>
          </a:xfrm>
          <a:prstGeom prst="rect">
            <a:avLst/>
          </a:prstGeom>
        </p:spPr>
      </p:pic>
    </p:spTree>
    <p:extLst>
      <p:ext uri="{BB962C8B-B14F-4D97-AF65-F5344CB8AC3E}">
        <p14:creationId xmlns:p14="http://schemas.microsoft.com/office/powerpoint/2010/main" val="4131861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46FB99-BD84-9B65-2C89-9BFE459859E7}"/>
              </a:ext>
            </a:extLst>
          </p:cNvPr>
          <p:cNvSpPr>
            <a:spLocks noGrp="1"/>
          </p:cNvSpPr>
          <p:nvPr>
            <p:ph type="title"/>
          </p:nvPr>
        </p:nvSpPr>
        <p:spPr>
          <a:xfrm>
            <a:off x="371094" y="1161288"/>
            <a:ext cx="3438144" cy="1239012"/>
          </a:xfrm>
        </p:spPr>
        <p:txBody>
          <a:bodyPr anchor="ctr">
            <a:normAutofit/>
          </a:bodyPr>
          <a:lstStyle/>
          <a:p>
            <a:r>
              <a:rPr lang="en-US" sz="2000"/>
              <a:t>Now we go build our Source code on our computer &amp; push our Artifact to s3 earlier created.</a:t>
            </a:r>
          </a:p>
        </p:txBody>
      </p:sp>
      <p:sp>
        <p:nvSpPr>
          <p:cNvPr id="24" name="Rectangle 2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EBEBCA8-032F-AB83-C081-D2100838E00A}"/>
              </a:ext>
            </a:extLst>
          </p:cNvPr>
          <p:cNvSpPr>
            <a:spLocks noGrp="1"/>
          </p:cNvSpPr>
          <p:nvPr>
            <p:ph idx="1"/>
          </p:nvPr>
        </p:nvSpPr>
        <p:spPr>
          <a:xfrm>
            <a:off x="371094" y="2718054"/>
            <a:ext cx="3438906" cy="3207258"/>
          </a:xfrm>
        </p:spPr>
        <p:txBody>
          <a:bodyPr vert="horz" lIns="91440" tIns="45720" rIns="91440" bIns="45720" rtlCol="0" anchor="t">
            <a:normAutofit/>
          </a:bodyPr>
          <a:lstStyle/>
          <a:p>
            <a:pPr marL="0" indent="0">
              <a:buNone/>
            </a:pPr>
            <a:r>
              <a:rPr lang="en-US" sz="1700"/>
              <a:t>Before that we have to do this:</a:t>
            </a:r>
          </a:p>
          <a:p>
            <a:pPr marL="0" indent="0">
              <a:buNone/>
            </a:pPr>
            <a:r>
              <a:rPr lang="en-US" sz="1700"/>
              <a:t>Go into the source code, main, the application.properties file to add '.vprofile.in'  to all the instance names as earlier recorded on route53. </a:t>
            </a:r>
          </a:p>
        </p:txBody>
      </p:sp>
      <p:pic>
        <p:nvPicPr>
          <p:cNvPr id="4" name="Picture 3" descr="A screenshot of a computer program&#10;&#10;AI-generated content may be incorrect.">
            <a:extLst>
              <a:ext uri="{FF2B5EF4-FFF2-40B4-BE49-F238E27FC236}">
                <a16:creationId xmlns:a16="http://schemas.microsoft.com/office/drawing/2014/main" id="{9325C618-7B1C-EB25-19F2-B2BD8B387424}"/>
              </a:ext>
            </a:extLst>
          </p:cNvPr>
          <p:cNvPicPr>
            <a:picLocks noChangeAspect="1"/>
          </p:cNvPicPr>
          <p:nvPr/>
        </p:nvPicPr>
        <p:blipFill>
          <a:blip r:embed="rId2"/>
          <a:stretch>
            <a:fillRect/>
          </a:stretch>
        </p:blipFill>
        <p:spPr>
          <a:xfrm>
            <a:off x="4901184" y="926802"/>
            <a:ext cx="6922008" cy="5104980"/>
          </a:xfrm>
          <a:prstGeom prst="rect">
            <a:avLst/>
          </a:prstGeom>
        </p:spPr>
      </p:pic>
    </p:spTree>
    <p:extLst>
      <p:ext uri="{BB962C8B-B14F-4D97-AF65-F5344CB8AC3E}">
        <p14:creationId xmlns:p14="http://schemas.microsoft.com/office/powerpoint/2010/main" val="2953433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E3AC-BDF6-80C8-98AB-E8303E847D0C}"/>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3700"/>
              <a:t>Installations of Maven, Java, and AWSCLI on my Computer</a:t>
            </a:r>
          </a:p>
        </p:txBody>
      </p:sp>
      <p:cxnSp>
        <p:nvCxnSpPr>
          <p:cNvPr id="14" name="Straight Connector 13">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computer program&#10;&#10;AI-generated content may be incorrect.">
            <a:extLst>
              <a:ext uri="{FF2B5EF4-FFF2-40B4-BE49-F238E27FC236}">
                <a16:creationId xmlns:a16="http://schemas.microsoft.com/office/drawing/2014/main" id="{98FEFCD4-E49A-A57F-CCC7-D5B07FD9AF14}"/>
              </a:ext>
            </a:extLst>
          </p:cNvPr>
          <p:cNvPicPr>
            <a:picLocks noChangeAspect="1"/>
          </p:cNvPicPr>
          <p:nvPr/>
        </p:nvPicPr>
        <p:blipFill>
          <a:blip r:embed="rId2"/>
          <a:stretch>
            <a:fillRect/>
          </a:stretch>
        </p:blipFill>
        <p:spPr>
          <a:xfrm>
            <a:off x="865139" y="2471331"/>
            <a:ext cx="5151443" cy="2498449"/>
          </a:xfrm>
          <a:prstGeom prst="rect">
            <a:avLst/>
          </a:prstGeom>
        </p:spPr>
      </p:pic>
      <p:pic>
        <p:nvPicPr>
          <p:cNvPr id="8" name="Content Placeholder 7" descr="A screenshot of a computer&#10;&#10;AI-generated content may be incorrect.">
            <a:extLst>
              <a:ext uri="{FF2B5EF4-FFF2-40B4-BE49-F238E27FC236}">
                <a16:creationId xmlns:a16="http://schemas.microsoft.com/office/drawing/2014/main" id="{547233A3-D2E4-4AE6-5506-839D67A8F43F}"/>
              </a:ext>
            </a:extLst>
          </p:cNvPr>
          <p:cNvPicPr>
            <a:picLocks noGrp="1" noChangeAspect="1"/>
          </p:cNvPicPr>
          <p:nvPr>
            <p:ph idx="1"/>
          </p:nvPr>
        </p:nvPicPr>
        <p:blipFill>
          <a:blip r:embed="rId3"/>
          <a:stretch>
            <a:fillRect/>
          </a:stretch>
        </p:blipFill>
        <p:spPr>
          <a:xfrm>
            <a:off x="6202321" y="2663546"/>
            <a:ext cx="5149258" cy="2302021"/>
          </a:xfrm>
          <a:prstGeom prst="rect">
            <a:avLst/>
          </a:prstGeom>
        </p:spPr>
      </p:pic>
      <p:cxnSp>
        <p:nvCxnSpPr>
          <p:cNvPr id="16" name="Straight Connector 15">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566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D30EFC29-59B2-0618-FAF0-9B55CC568356}"/>
              </a:ext>
            </a:extLst>
          </p:cNvPr>
          <p:cNvPicPr>
            <a:picLocks noGrp="1" noChangeAspect="1"/>
          </p:cNvPicPr>
          <p:nvPr>
            <p:ph idx="1"/>
          </p:nvPr>
        </p:nvPicPr>
        <p:blipFill>
          <a:blip r:embed="rId2"/>
          <a:srcRect t="40" b="13537"/>
          <a:stretch/>
        </p:blipFill>
        <p:spPr>
          <a:xfrm>
            <a:off x="4038599" y="10"/>
            <a:ext cx="8160026" cy="6875809"/>
          </a:xfrm>
          <a:prstGeom prst="rect">
            <a:avLst/>
          </a:prstGeom>
        </p:spPr>
      </p:pic>
      <p:sp>
        <p:nvSpPr>
          <p:cNvPr id="35" name="Freeform: Shape 3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B95F2EF-4037-0F37-923B-928452CC191B}"/>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3400">
                <a:solidFill>
                  <a:srgbClr val="FFFFFF"/>
                </a:solidFill>
              </a:rPr>
              <a:t>Project Build was a Success, A Target Directory Created to store Artifact </a:t>
            </a:r>
          </a:p>
        </p:txBody>
      </p:sp>
    </p:spTree>
    <p:extLst>
      <p:ext uri="{BB962C8B-B14F-4D97-AF65-F5344CB8AC3E}">
        <p14:creationId xmlns:p14="http://schemas.microsoft.com/office/powerpoint/2010/main" val="40915642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F60F942-9B66-4896-6A4A-FA2E9AE79C3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Build completed, &amp; Inside the Target Dir we have our project Artifact(Vprofile-v2.war)</a:t>
            </a:r>
          </a:p>
        </p:txBody>
      </p:sp>
      <p:pic>
        <p:nvPicPr>
          <p:cNvPr id="4" name="Content Placeholder 3" descr="A screenshot of a computer program&#10;&#10;AI-generated content may be incorrect.">
            <a:extLst>
              <a:ext uri="{FF2B5EF4-FFF2-40B4-BE49-F238E27FC236}">
                <a16:creationId xmlns:a16="http://schemas.microsoft.com/office/drawing/2014/main" id="{58A8C504-D070-686E-DC17-3E588665A7FC}"/>
              </a:ext>
            </a:extLst>
          </p:cNvPr>
          <p:cNvPicPr>
            <a:picLocks noGrp="1" noChangeAspect="1"/>
          </p:cNvPicPr>
          <p:nvPr>
            <p:ph idx="1"/>
          </p:nvPr>
        </p:nvPicPr>
        <p:blipFill>
          <a:blip r:embed="rId2"/>
          <a:stretch>
            <a:fillRect/>
          </a:stretch>
        </p:blipFill>
        <p:spPr>
          <a:xfrm>
            <a:off x="5397858" y="467208"/>
            <a:ext cx="5434888" cy="5923584"/>
          </a:xfrm>
          <a:prstGeom prst="rect">
            <a:avLst/>
          </a:prstGeom>
        </p:spPr>
      </p:pic>
    </p:spTree>
    <p:extLst>
      <p:ext uri="{BB962C8B-B14F-4D97-AF65-F5344CB8AC3E}">
        <p14:creationId xmlns:p14="http://schemas.microsoft.com/office/powerpoint/2010/main" val="2475711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97F2-48A3-A5BA-7FDC-58997094C4BB}"/>
              </a:ext>
            </a:extLst>
          </p:cNvPr>
          <p:cNvSpPr>
            <a:spLocks noGrp="1"/>
          </p:cNvSpPr>
          <p:nvPr>
            <p:ph type="title"/>
          </p:nvPr>
        </p:nvSpPr>
        <p:spPr>
          <a:xfrm>
            <a:off x="838200" y="5586257"/>
            <a:ext cx="6926703" cy="804161"/>
          </a:xfrm>
        </p:spPr>
        <p:txBody>
          <a:bodyPr vert="horz" lIns="91440" tIns="45720" rIns="91440" bIns="45720" rtlCol="0" anchor="ctr">
            <a:normAutofit/>
          </a:bodyPr>
          <a:lstStyle/>
          <a:p>
            <a:r>
              <a:rPr lang="en-US" sz="1500"/>
              <a:t>7. Uploading Artifact To S3 Bucket</a:t>
            </a:r>
            <a:br>
              <a:rPr lang="en-US" sz="1500" dirty="0"/>
            </a:br>
            <a:r>
              <a:rPr lang="en-US" sz="1500"/>
              <a:t>using the IAM User Cred created in (6.) we Loginto AWS via CLI using our system terminal.</a:t>
            </a:r>
          </a:p>
        </p:txBody>
      </p:sp>
      <p:pic>
        <p:nvPicPr>
          <p:cNvPr id="4" name="Content Placeholder 3" descr="A screenshot of a computer screen&#10;&#10;AI-generated content may be incorrect.">
            <a:extLst>
              <a:ext uri="{FF2B5EF4-FFF2-40B4-BE49-F238E27FC236}">
                <a16:creationId xmlns:a16="http://schemas.microsoft.com/office/drawing/2014/main" id="{8406D5F4-3DB5-A987-B6C1-D32593456ABF}"/>
              </a:ext>
            </a:extLst>
          </p:cNvPr>
          <p:cNvPicPr>
            <a:picLocks noGrp="1" noChangeAspect="1"/>
          </p:cNvPicPr>
          <p:nvPr>
            <p:ph idx="1"/>
          </p:nvPr>
        </p:nvPicPr>
        <p:blipFill>
          <a:blip r:embed="rId2"/>
          <a:srcRect b="22320"/>
          <a:stretch/>
        </p:blipFill>
        <p:spPr>
          <a:xfrm>
            <a:off x="20" y="10"/>
            <a:ext cx="12191980" cy="5279933"/>
          </a:xfrm>
          <a:prstGeom prst="rect">
            <a:avLst/>
          </a:prstGeom>
        </p:spPr>
      </p:pic>
      <p:grpSp>
        <p:nvGrpSpPr>
          <p:cNvPr id="9" name="Group 8">
            <a:extLst>
              <a:ext uri="{FF2B5EF4-FFF2-40B4-BE49-F238E27FC236}">
                <a16:creationId xmlns:a16="http://schemas.microsoft.com/office/drawing/2014/main" id="{0E76F6F3-F5F0-B26D-1B63-73AD0299B7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5193518"/>
            <a:ext cx="12207200" cy="123363"/>
            <a:chOff x="-5025" y="6737718"/>
            <a:chExt cx="12207200" cy="123363"/>
          </a:xfrm>
        </p:grpSpPr>
        <p:sp>
          <p:nvSpPr>
            <p:cNvPr id="10" name="Rectangle 9">
              <a:extLst>
                <a:ext uri="{FF2B5EF4-FFF2-40B4-BE49-F238E27FC236}">
                  <a16:creationId xmlns:a16="http://schemas.microsoft.com/office/drawing/2014/main" id="{ABC84BA2-BCC1-89D4-5592-8B2364E6B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C4FA24-7C12-A16B-31C2-891750171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6651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77DAF0-BCA9-7C6C-C0A3-08BE8ACBE6D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We Use the Below command to push Our Artifact to AWS S3 bucket we earlier Created in section6.</a:t>
            </a:r>
          </a:p>
        </p:txBody>
      </p:sp>
      <p:pic>
        <p:nvPicPr>
          <p:cNvPr id="4" name="Content Placeholder 3" descr="A screenshot of a computer&#10;&#10;AI-generated content may be incorrect.">
            <a:extLst>
              <a:ext uri="{FF2B5EF4-FFF2-40B4-BE49-F238E27FC236}">
                <a16:creationId xmlns:a16="http://schemas.microsoft.com/office/drawing/2014/main" id="{C88FAA8B-4768-2546-39ED-987785EC34D9}"/>
              </a:ext>
            </a:extLst>
          </p:cNvPr>
          <p:cNvPicPr>
            <a:picLocks noGrp="1" noChangeAspect="1"/>
          </p:cNvPicPr>
          <p:nvPr>
            <p:ph idx="1"/>
          </p:nvPr>
        </p:nvPicPr>
        <p:blipFill>
          <a:blip r:embed="rId2"/>
          <a:stretch>
            <a:fillRect/>
          </a:stretch>
        </p:blipFill>
        <p:spPr>
          <a:xfrm>
            <a:off x="671061" y="1675227"/>
            <a:ext cx="10849877" cy="4394199"/>
          </a:xfrm>
          <a:prstGeom prst="rect">
            <a:avLst/>
          </a:prstGeom>
        </p:spPr>
      </p:pic>
    </p:spTree>
    <p:extLst>
      <p:ext uri="{BB962C8B-B14F-4D97-AF65-F5344CB8AC3E}">
        <p14:creationId xmlns:p14="http://schemas.microsoft.com/office/powerpoint/2010/main" val="12184654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AB1C-ED91-8117-DA07-4A8E8F4FE631}"/>
              </a:ext>
            </a:extLst>
          </p:cNvPr>
          <p:cNvSpPr>
            <a:spLocks noGrp="1"/>
          </p:cNvSpPr>
          <p:nvPr>
            <p:ph type="title"/>
          </p:nvPr>
        </p:nvSpPr>
        <p:spPr/>
        <p:txBody>
          <a:bodyPr/>
          <a:lstStyle/>
          <a:p>
            <a:r>
              <a:rPr lang="en-US"/>
              <a:t>Artifact Successfully Uploaded to ASW S3</a:t>
            </a:r>
          </a:p>
        </p:txBody>
      </p:sp>
      <p:pic>
        <p:nvPicPr>
          <p:cNvPr id="4" name="Content Placeholder 3" descr="A screenshot of a computer&#10;&#10;AI-generated content may be incorrect.">
            <a:extLst>
              <a:ext uri="{FF2B5EF4-FFF2-40B4-BE49-F238E27FC236}">
                <a16:creationId xmlns:a16="http://schemas.microsoft.com/office/drawing/2014/main" id="{8C0F0C89-AB42-379F-7B20-D779911B2CFD}"/>
              </a:ext>
            </a:extLst>
          </p:cNvPr>
          <p:cNvPicPr>
            <a:picLocks noGrp="1" noChangeAspect="1"/>
          </p:cNvPicPr>
          <p:nvPr>
            <p:ph idx="1"/>
          </p:nvPr>
        </p:nvPicPr>
        <p:blipFill>
          <a:blip r:embed="rId2"/>
          <a:stretch>
            <a:fillRect/>
          </a:stretch>
        </p:blipFill>
        <p:spPr>
          <a:xfrm>
            <a:off x="838200" y="2549061"/>
            <a:ext cx="10515600" cy="2904466"/>
          </a:xfrm>
        </p:spPr>
      </p:pic>
    </p:spTree>
    <p:extLst>
      <p:ext uri="{BB962C8B-B14F-4D97-AF65-F5344CB8AC3E}">
        <p14:creationId xmlns:p14="http://schemas.microsoft.com/office/powerpoint/2010/main" val="643149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540D6-5F45-5340-96C3-AACB13A081D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We still </a:t>
            </a:r>
            <a:r>
              <a:rPr lang="en-US" sz="3200">
                <a:solidFill>
                  <a:schemeClr val="bg1"/>
                </a:solidFill>
              </a:rPr>
              <a:t>verify</a:t>
            </a:r>
            <a:r>
              <a:rPr lang="en-US" sz="3200" kern="1200">
                <a:solidFill>
                  <a:schemeClr val="bg1"/>
                </a:solidFill>
                <a:latin typeface="+mj-lt"/>
                <a:ea typeface="+mj-ea"/>
                <a:cs typeface="+mj-cs"/>
              </a:rPr>
              <a:t> it using the Terminal</a:t>
            </a:r>
          </a:p>
        </p:txBody>
      </p:sp>
      <p:pic>
        <p:nvPicPr>
          <p:cNvPr id="4" name="Content Placeholder 3" descr="A screenshot of a computer&#10;&#10;AI-generated content may be incorrect.">
            <a:extLst>
              <a:ext uri="{FF2B5EF4-FFF2-40B4-BE49-F238E27FC236}">
                <a16:creationId xmlns:a16="http://schemas.microsoft.com/office/drawing/2014/main" id="{343080F9-2A26-7DD4-9F51-30E09583EF4B}"/>
              </a:ext>
            </a:extLst>
          </p:cNvPr>
          <p:cNvPicPr>
            <a:picLocks noGrp="1" noChangeAspect="1"/>
          </p:cNvPicPr>
          <p:nvPr>
            <p:ph idx="1"/>
          </p:nvPr>
        </p:nvPicPr>
        <p:blipFill>
          <a:blip r:embed="rId2"/>
          <a:stretch>
            <a:fillRect/>
          </a:stretch>
        </p:blipFill>
        <p:spPr>
          <a:xfrm>
            <a:off x="1102592" y="1675227"/>
            <a:ext cx="9986816" cy="4394199"/>
          </a:xfrm>
          <a:prstGeom prst="rect">
            <a:avLst/>
          </a:prstGeom>
        </p:spPr>
      </p:pic>
    </p:spTree>
    <p:extLst>
      <p:ext uri="{BB962C8B-B14F-4D97-AF65-F5344CB8AC3E}">
        <p14:creationId xmlns:p14="http://schemas.microsoft.com/office/powerpoint/2010/main" val="10850805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FAF377-27A6-E538-FCBA-B0F20C457E61}"/>
              </a:ext>
            </a:extLst>
          </p:cNvPr>
          <p:cNvSpPr>
            <a:spLocks noGrp="1"/>
          </p:cNvSpPr>
          <p:nvPr>
            <p:ph type="title"/>
          </p:nvPr>
        </p:nvSpPr>
        <p:spPr>
          <a:xfrm>
            <a:off x="1028700" y="1967266"/>
            <a:ext cx="2628900" cy="2547257"/>
          </a:xfrm>
          <a:noFill/>
        </p:spPr>
        <p:txBody>
          <a:bodyPr vert="horz" lIns="91440" tIns="45720" rIns="91440" bIns="45720" rtlCol="0" anchor="ctr">
            <a:normAutofit fontScale="90000"/>
          </a:bodyPr>
          <a:lstStyle/>
          <a:p>
            <a:pPr algn="ctr"/>
            <a:r>
              <a:rPr lang="en-US" sz="2500" kern="1200" dirty="0">
                <a:solidFill>
                  <a:srgbClr val="FFFFFF"/>
                </a:solidFill>
                <a:latin typeface="+mj-lt"/>
                <a:ea typeface="+mj-ea"/>
                <a:cs typeface="+mj-cs"/>
              </a:rPr>
              <a:t>8. Downloading the Artifact from s3, to Our Vprofile-app01 Instance (Tomcat Instance)</a:t>
            </a:r>
            <a:br>
              <a:rPr lang="en-US" sz="2500" dirty="0">
                <a:solidFill>
                  <a:srgbClr val="FFFFFF"/>
                </a:solidFill>
              </a:rPr>
            </a:br>
            <a:r>
              <a:rPr lang="en-US" sz="2500" dirty="0">
                <a:solidFill>
                  <a:srgbClr val="FFFFFF"/>
                </a:solidFill>
              </a:rPr>
              <a:t>first we install </a:t>
            </a:r>
            <a:r>
              <a:rPr lang="en-US" sz="2500">
                <a:solidFill>
                  <a:srgbClr val="FFFFFF"/>
                </a:solidFill>
              </a:rPr>
              <a:t>AWSCLI on this instance so it can communicate with AWS</a:t>
            </a:r>
            <a:endParaRPr lang="en-US" sz="2500" kern="1200" dirty="0">
              <a:solidFill>
                <a:srgbClr val="FFFFFF"/>
              </a:solidFill>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560C9FD0-EE71-13A5-AD25-3DA916864110}"/>
              </a:ext>
            </a:extLst>
          </p:cNvPr>
          <p:cNvPicPr>
            <a:picLocks noGrp="1" noChangeAspect="1"/>
          </p:cNvPicPr>
          <p:nvPr>
            <p:ph idx="1"/>
          </p:nvPr>
        </p:nvPicPr>
        <p:blipFill>
          <a:blip r:embed="rId2"/>
          <a:stretch>
            <a:fillRect/>
          </a:stretch>
        </p:blipFill>
        <p:spPr>
          <a:xfrm>
            <a:off x="4777316" y="1766564"/>
            <a:ext cx="6780700" cy="3322543"/>
          </a:xfrm>
          <a:prstGeom prst="rect">
            <a:avLst/>
          </a:prstGeom>
        </p:spPr>
      </p:pic>
    </p:spTree>
    <p:extLst>
      <p:ext uri="{BB962C8B-B14F-4D97-AF65-F5344CB8AC3E}">
        <p14:creationId xmlns:p14="http://schemas.microsoft.com/office/powerpoint/2010/main" val="36545249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3DEE8FE-69FF-C212-5C8E-4B16BCA1B4B6}"/>
              </a:ext>
            </a:extLst>
          </p:cNvPr>
          <p:cNvPicPr>
            <a:picLocks noGrp="1" noChangeAspect="1"/>
          </p:cNvPicPr>
          <p:nvPr>
            <p:ph idx="1"/>
          </p:nvPr>
        </p:nvPicPr>
        <p:blipFill>
          <a:blip r:embed="rId2"/>
          <a:stretch>
            <a:fillRect/>
          </a:stretch>
        </p:blipFill>
        <p:spPr>
          <a:xfrm>
            <a:off x="1289303" y="1793330"/>
            <a:ext cx="9613397" cy="865206"/>
          </a:xfrm>
          <a:prstGeom prst="rect">
            <a:avLst/>
          </a:prstGeom>
        </p:spPr>
      </p:pic>
      <p:sp>
        <p:nvSpPr>
          <p:cNvPr id="15" name="Right Triangle 1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880E94-5DD3-85C3-5615-A0182A12F03E}"/>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5000" kern="1200">
                <a:solidFill>
                  <a:schemeClr val="tx1"/>
                </a:solidFill>
                <a:latin typeface="+mj-lt"/>
                <a:ea typeface="+mj-ea"/>
                <a:cs typeface="+mj-cs"/>
              </a:rPr>
              <a:t>Command to download Artifact from S3 to our Tomcat ec2</a:t>
            </a:r>
          </a:p>
        </p:txBody>
      </p:sp>
    </p:spTree>
    <p:extLst>
      <p:ext uri="{BB962C8B-B14F-4D97-AF65-F5344CB8AC3E}">
        <p14:creationId xmlns:p14="http://schemas.microsoft.com/office/powerpoint/2010/main" val="4201328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144289-5DA6-7FB4-5D31-82E5BF6C08A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Artifact successfully pulled from S3</a:t>
            </a:r>
          </a:p>
        </p:txBody>
      </p:sp>
      <p:pic>
        <p:nvPicPr>
          <p:cNvPr id="4" name="Content Placeholder 3" descr="A screenshot of a computer&#10;&#10;AI-generated content may be incorrect.">
            <a:extLst>
              <a:ext uri="{FF2B5EF4-FFF2-40B4-BE49-F238E27FC236}">
                <a16:creationId xmlns:a16="http://schemas.microsoft.com/office/drawing/2014/main" id="{7C3AC6B9-0216-1EEC-7A71-76CC880DA9C7}"/>
              </a:ext>
            </a:extLst>
          </p:cNvPr>
          <p:cNvPicPr>
            <a:picLocks noGrp="1" noChangeAspect="1"/>
          </p:cNvPicPr>
          <p:nvPr>
            <p:ph idx="1"/>
          </p:nvPr>
        </p:nvPicPr>
        <p:blipFill>
          <a:blip r:embed="rId2"/>
          <a:stretch>
            <a:fillRect/>
          </a:stretch>
        </p:blipFill>
        <p:spPr>
          <a:xfrm>
            <a:off x="1797328" y="1675227"/>
            <a:ext cx="8597344" cy="4394199"/>
          </a:xfrm>
          <a:prstGeom prst="rect">
            <a:avLst/>
          </a:prstGeom>
        </p:spPr>
      </p:pic>
    </p:spTree>
    <p:extLst>
      <p:ext uri="{BB962C8B-B14F-4D97-AF65-F5344CB8AC3E}">
        <p14:creationId xmlns:p14="http://schemas.microsoft.com/office/powerpoint/2010/main" val="20156144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47864F-91A0-87AC-B9FD-2F4C76B8299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a:solidFill>
                  <a:schemeClr val="bg1"/>
                </a:solidFill>
                <a:latin typeface="+mj-lt"/>
                <a:ea typeface="+mj-ea"/>
                <a:cs typeface="+mj-cs"/>
              </a:rPr>
              <a:t>We need to reconfigure Tomcat deamon so it recorgnised our Artifact </a:t>
            </a:r>
          </a:p>
        </p:txBody>
      </p:sp>
      <p:pic>
        <p:nvPicPr>
          <p:cNvPr id="4" name="Content Placeholder 3" descr="A screenshot of a computer&#10;&#10;AI-generated content may be incorrect.">
            <a:extLst>
              <a:ext uri="{FF2B5EF4-FFF2-40B4-BE49-F238E27FC236}">
                <a16:creationId xmlns:a16="http://schemas.microsoft.com/office/drawing/2014/main" id="{57C8D49D-24C3-6C33-8457-48AB25A5C5CC}"/>
              </a:ext>
            </a:extLst>
          </p:cNvPr>
          <p:cNvPicPr>
            <a:picLocks noGrp="1" noChangeAspect="1"/>
          </p:cNvPicPr>
          <p:nvPr>
            <p:ph idx="1"/>
          </p:nvPr>
        </p:nvPicPr>
        <p:blipFill>
          <a:blip r:embed="rId2"/>
          <a:stretch>
            <a:fillRect/>
          </a:stretch>
        </p:blipFill>
        <p:spPr>
          <a:xfrm>
            <a:off x="643467" y="1923046"/>
            <a:ext cx="10905066" cy="3898560"/>
          </a:xfrm>
          <a:prstGeom prst="rect">
            <a:avLst/>
          </a:prstGeom>
        </p:spPr>
      </p:pic>
    </p:spTree>
    <p:extLst>
      <p:ext uri="{BB962C8B-B14F-4D97-AF65-F5344CB8AC3E}">
        <p14:creationId xmlns:p14="http://schemas.microsoft.com/office/powerpoint/2010/main" val="1186845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027A6-1049-2CFE-2A0D-DF9DB8B86CC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000" kern="1200">
                <a:solidFill>
                  <a:srgbClr val="FFFFFF"/>
                </a:solidFill>
                <a:latin typeface="+mj-lt"/>
                <a:ea typeface="+mj-ea"/>
                <a:cs typeface="+mj-cs"/>
              </a:rPr>
              <a:t>We configure Tomcat by:</a:t>
            </a:r>
            <a:br>
              <a:rPr lang="en-US" sz="2000" kern="1200">
                <a:solidFill>
                  <a:srgbClr val="FFFFFF"/>
                </a:solidFill>
                <a:latin typeface="+mj-lt"/>
                <a:ea typeface="+mj-ea"/>
                <a:cs typeface="+mj-cs"/>
              </a:rPr>
            </a:br>
            <a:r>
              <a:rPr lang="en-US" sz="2000" kern="1200">
                <a:solidFill>
                  <a:srgbClr val="FFFFFF"/>
                </a:solidFill>
                <a:latin typeface="+mj-lt"/>
                <a:ea typeface="+mj-ea"/>
                <a:cs typeface="+mj-cs"/>
              </a:rPr>
              <a:t>removing Tomcat webapps root files, &amp; replacing it with Artifact(Vprofile-v2.war) &amp; make tomcat to boot from it</a:t>
            </a:r>
          </a:p>
        </p:txBody>
      </p:sp>
      <p:pic>
        <p:nvPicPr>
          <p:cNvPr id="7" name="Content Placeholder 6" descr="A screenshot of a computer program&#10;&#10;AI-generated content may be incorrect.">
            <a:extLst>
              <a:ext uri="{FF2B5EF4-FFF2-40B4-BE49-F238E27FC236}">
                <a16:creationId xmlns:a16="http://schemas.microsoft.com/office/drawing/2014/main" id="{C121A881-BFB5-CE09-2866-EB382463921A}"/>
              </a:ext>
            </a:extLst>
          </p:cNvPr>
          <p:cNvPicPr>
            <a:picLocks noGrp="1" noChangeAspect="1"/>
          </p:cNvPicPr>
          <p:nvPr>
            <p:ph idx="1"/>
          </p:nvPr>
        </p:nvPicPr>
        <p:blipFill>
          <a:blip r:embed="rId2"/>
          <a:stretch>
            <a:fillRect/>
          </a:stretch>
        </p:blipFill>
        <p:spPr>
          <a:xfrm>
            <a:off x="4777316" y="731102"/>
            <a:ext cx="6780700" cy="5393467"/>
          </a:xfrm>
          <a:prstGeom prst="rect">
            <a:avLst/>
          </a:prstGeom>
        </p:spPr>
      </p:pic>
    </p:spTree>
    <p:extLst>
      <p:ext uri="{BB962C8B-B14F-4D97-AF65-F5344CB8AC3E}">
        <p14:creationId xmlns:p14="http://schemas.microsoft.com/office/powerpoint/2010/main" val="3845401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134CB4-2B16-B4FE-CC5E-EDE138A8CB1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500" kern="1200">
                <a:solidFill>
                  <a:schemeClr val="bg1"/>
                </a:solidFill>
                <a:latin typeface="+mj-lt"/>
                <a:ea typeface="+mj-ea"/>
                <a:cs typeface="+mj-cs"/>
              </a:rPr>
              <a:t>Edit Tomcat Instance(vprofile-app01) inbound rule to allow port 8080 from any ipv4</a:t>
            </a:r>
          </a:p>
        </p:txBody>
      </p:sp>
      <p:pic>
        <p:nvPicPr>
          <p:cNvPr id="4" name="Content Placeholder 3" descr="A screenshot of a computer&#10;&#10;AI-generated content may be incorrect.">
            <a:extLst>
              <a:ext uri="{FF2B5EF4-FFF2-40B4-BE49-F238E27FC236}">
                <a16:creationId xmlns:a16="http://schemas.microsoft.com/office/drawing/2014/main" id="{A8063E8F-B5C8-F1C4-264F-21210CB1017A}"/>
              </a:ext>
            </a:extLst>
          </p:cNvPr>
          <p:cNvPicPr>
            <a:picLocks noGrp="1" noChangeAspect="1"/>
          </p:cNvPicPr>
          <p:nvPr>
            <p:ph idx="1"/>
          </p:nvPr>
        </p:nvPicPr>
        <p:blipFill>
          <a:blip r:embed="rId2"/>
          <a:stretch>
            <a:fillRect/>
          </a:stretch>
        </p:blipFill>
        <p:spPr>
          <a:xfrm>
            <a:off x="643467" y="2045728"/>
            <a:ext cx="10905066" cy="3653196"/>
          </a:xfrm>
          <a:prstGeom prst="rect">
            <a:avLst/>
          </a:prstGeom>
        </p:spPr>
      </p:pic>
    </p:spTree>
    <p:extLst>
      <p:ext uri="{BB962C8B-B14F-4D97-AF65-F5344CB8AC3E}">
        <p14:creationId xmlns:p14="http://schemas.microsoft.com/office/powerpoint/2010/main" val="1988342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21B8F-C39A-D201-9E9A-2F9E6F173870}"/>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3000" kern="1200">
                <a:solidFill>
                  <a:srgbClr val="FFFFFF"/>
                </a:solidFill>
                <a:latin typeface="+mj-lt"/>
                <a:ea typeface="+mj-ea"/>
                <a:cs typeface="+mj-cs"/>
              </a:rPr>
              <a:t>Our Vprofile Project is live.</a:t>
            </a:r>
            <a:br>
              <a:rPr lang="en-US" sz="3000" kern="1200">
                <a:solidFill>
                  <a:srgbClr val="FFFFFF"/>
                </a:solidFill>
                <a:latin typeface="+mj-lt"/>
                <a:ea typeface="+mj-ea"/>
                <a:cs typeface="+mj-cs"/>
              </a:rPr>
            </a:br>
            <a:r>
              <a:rPr lang="en-US" sz="3000" kern="1200">
                <a:solidFill>
                  <a:srgbClr val="FFFFFF"/>
                </a:solidFill>
                <a:latin typeface="+mj-lt"/>
                <a:ea typeface="+mj-ea"/>
                <a:cs typeface="+mj-cs"/>
              </a:rPr>
              <a:t>Take the public ip of the Tomcat instance(vprofile-app01) put it on Ur browser along with the default port 8080 to have the first view of the project.</a:t>
            </a:r>
          </a:p>
        </p:txBody>
      </p:sp>
      <p:pic>
        <p:nvPicPr>
          <p:cNvPr id="4" name="Content Placeholder 3" descr="A screenshot of a computer&#10;&#10;AI-generated content may be incorrect.">
            <a:extLst>
              <a:ext uri="{FF2B5EF4-FFF2-40B4-BE49-F238E27FC236}">
                <a16:creationId xmlns:a16="http://schemas.microsoft.com/office/drawing/2014/main" id="{467171D6-82B5-D182-F277-BD9217D3F6BA}"/>
              </a:ext>
            </a:extLst>
          </p:cNvPr>
          <p:cNvPicPr>
            <a:picLocks noGrp="1" noChangeAspect="1"/>
          </p:cNvPicPr>
          <p:nvPr>
            <p:ph idx="1"/>
          </p:nvPr>
        </p:nvPicPr>
        <p:blipFill>
          <a:blip r:embed="rId2"/>
          <a:stretch>
            <a:fillRect/>
          </a:stretch>
        </p:blipFill>
        <p:spPr>
          <a:xfrm>
            <a:off x="5593111" y="492573"/>
            <a:ext cx="5674967" cy="5880796"/>
          </a:xfrm>
          <a:prstGeom prst="rect">
            <a:avLst/>
          </a:prstGeom>
        </p:spPr>
      </p:pic>
    </p:spTree>
    <p:extLst>
      <p:ext uri="{BB962C8B-B14F-4D97-AF65-F5344CB8AC3E}">
        <p14:creationId xmlns:p14="http://schemas.microsoft.com/office/powerpoint/2010/main" val="576282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F97A6E8-14C2-369C-28A6-B45B10A1F57C}"/>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2800" kern="1200">
                <a:solidFill>
                  <a:srgbClr val="FFFFFF"/>
                </a:solidFill>
                <a:latin typeface="+mj-lt"/>
                <a:ea typeface="+mj-ea"/>
                <a:cs typeface="+mj-cs"/>
              </a:rPr>
              <a:t>9. Setting Up Elastic Load Balancer(ELB) with HTTPS(Certificate from AWS ACM)</a:t>
            </a:r>
          </a:p>
        </p:txBody>
      </p:sp>
      <p:sp>
        <p:nvSpPr>
          <p:cNvPr id="3" name="Content Placeholder 2">
            <a:extLst>
              <a:ext uri="{FF2B5EF4-FFF2-40B4-BE49-F238E27FC236}">
                <a16:creationId xmlns:a16="http://schemas.microsoft.com/office/drawing/2014/main" id="{A97E1975-327C-B0B2-41F3-53A79AE8C679}"/>
              </a:ext>
            </a:extLst>
          </p:cNvPr>
          <p:cNvSpPr>
            <a:spLocks noGrp="1"/>
          </p:cNvSpPr>
          <p:nvPr>
            <p:ph idx="1"/>
          </p:nvPr>
        </p:nvSpPr>
        <p:spPr>
          <a:xfrm>
            <a:off x="660042" y="806824"/>
            <a:ext cx="2919738" cy="1494117"/>
          </a:xfrm>
        </p:spPr>
        <p:txBody>
          <a:bodyPr vert="horz" lIns="91440" tIns="45720" rIns="91440" bIns="45720" rtlCol="0" anchor="b">
            <a:normAutofit/>
          </a:bodyPr>
          <a:lstStyle/>
          <a:p>
            <a:pPr marL="0" indent="0">
              <a:buNone/>
            </a:pPr>
            <a:r>
              <a:rPr lang="en-US" sz="2000" kern="1200">
                <a:solidFill>
                  <a:srgbClr val="FFFFFF"/>
                </a:solidFill>
                <a:latin typeface="+mn-lt"/>
                <a:ea typeface="+mn-ea"/>
                <a:cs typeface="+mn-cs"/>
              </a:rPr>
              <a:t>Creating ELB, 1st we created target Groups for Our Instance</a:t>
            </a:r>
          </a:p>
        </p:txBody>
      </p:sp>
      <p:pic>
        <p:nvPicPr>
          <p:cNvPr id="4" name="Picture 3" descr="A screenshot of a computer screen&#10;&#10;AI-generated content may be incorrect.">
            <a:extLst>
              <a:ext uri="{FF2B5EF4-FFF2-40B4-BE49-F238E27FC236}">
                <a16:creationId xmlns:a16="http://schemas.microsoft.com/office/drawing/2014/main" id="{3E4C6F26-0097-B72B-BBC6-27C3F5E1CAE0}"/>
              </a:ext>
            </a:extLst>
          </p:cNvPr>
          <p:cNvPicPr>
            <a:picLocks noChangeAspect="1"/>
          </p:cNvPicPr>
          <p:nvPr/>
        </p:nvPicPr>
        <p:blipFill>
          <a:blip r:embed="rId2"/>
          <a:stretch>
            <a:fillRect/>
          </a:stretch>
        </p:blipFill>
        <p:spPr>
          <a:xfrm>
            <a:off x="4939117" y="467208"/>
            <a:ext cx="6352369" cy="5923584"/>
          </a:xfrm>
          <a:prstGeom prst="rect">
            <a:avLst/>
          </a:prstGeom>
        </p:spPr>
      </p:pic>
    </p:spTree>
    <p:extLst>
      <p:ext uri="{BB962C8B-B14F-4D97-AF65-F5344CB8AC3E}">
        <p14:creationId xmlns:p14="http://schemas.microsoft.com/office/powerpoint/2010/main" val="3167549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545256-B488-8BFC-FE1A-FC8A0DF95E0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Target Group Creation continuation</a:t>
            </a:r>
          </a:p>
        </p:txBody>
      </p:sp>
      <p:pic>
        <p:nvPicPr>
          <p:cNvPr id="4" name="Content Placeholder 3" descr="A screenshot of a computer&#10;&#10;AI-generated content may be incorrect.">
            <a:extLst>
              <a:ext uri="{FF2B5EF4-FFF2-40B4-BE49-F238E27FC236}">
                <a16:creationId xmlns:a16="http://schemas.microsoft.com/office/drawing/2014/main" id="{93AF7AE3-3566-4DB7-C8EB-3152B4EC49CF}"/>
              </a:ext>
            </a:extLst>
          </p:cNvPr>
          <p:cNvPicPr>
            <a:picLocks noGrp="1" noChangeAspect="1"/>
          </p:cNvPicPr>
          <p:nvPr>
            <p:ph idx="1"/>
          </p:nvPr>
        </p:nvPicPr>
        <p:blipFill>
          <a:blip r:embed="rId2"/>
          <a:stretch>
            <a:fillRect/>
          </a:stretch>
        </p:blipFill>
        <p:spPr>
          <a:xfrm>
            <a:off x="5157537" y="643466"/>
            <a:ext cx="6020258" cy="5568739"/>
          </a:xfrm>
          <a:prstGeom prst="rect">
            <a:avLst/>
          </a:prstGeom>
        </p:spPr>
      </p:pic>
    </p:spTree>
    <p:extLst>
      <p:ext uri="{BB962C8B-B14F-4D97-AF65-F5344CB8AC3E}">
        <p14:creationId xmlns:p14="http://schemas.microsoft.com/office/powerpoint/2010/main" val="38216965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A33DB83D-554E-2DBE-A983-80D96ED05837}"/>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lang="en-US" sz="3600"/>
              <a:t>Still on Target group</a:t>
            </a:r>
          </a:p>
        </p:txBody>
      </p:sp>
      <p:pic>
        <p:nvPicPr>
          <p:cNvPr id="4" name="Content Placeholder 3" descr="A screenshot of a computer&#10;&#10;AI-generated content may be incorrect.">
            <a:extLst>
              <a:ext uri="{FF2B5EF4-FFF2-40B4-BE49-F238E27FC236}">
                <a16:creationId xmlns:a16="http://schemas.microsoft.com/office/drawing/2014/main" id="{1DD89525-B054-3A50-8E33-87005951F752}"/>
              </a:ext>
            </a:extLst>
          </p:cNvPr>
          <p:cNvPicPr>
            <a:picLocks noGrp="1" noChangeAspect="1"/>
          </p:cNvPicPr>
          <p:nvPr>
            <p:ph idx="1"/>
          </p:nvPr>
        </p:nvPicPr>
        <p:blipFill>
          <a:blip r:embed="rId2"/>
          <a:stretch>
            <a:fillRect/>
          </a:stretch>
        </p:blipFill>
        <p:spPr>
          <a:xfrm>
            <a:off x="2017604" y="2337520"/>
            <a:ext cx="3496301" cy="336519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0B7059E-D2B3-0C89-F0D7-AEE19774B094}"/>
              </a:ext>
            </a:extLst>
          </p:cNvPr>
          <p:cNvPicPr>
            <a:picLocks noChangeAspect="1"/>
          </p:cNvPicPr>
          <p:nvPr/>
        </p:nvPicPr>
        <p:blipFill>
          <a:blip r:embed="rId3"/>
          <a:stretch>
            <a:fillRect/>
          </a:stretch>
        </p:blipFill>
        <p:spPr>
          <a:xfrm>
            <a:off x="6601971" y="2337520"/>
            <a:ext cx="3687879" cy="3365190"/>
          </a:xfrm>
          <a:prstGeom prst="rect">
            <a:avLst/>
          </a:prstGeom>
        </p:spPr>
      </p:pic>
      <p:sp>
        <p:nvSpPr>
          <p:cNvPr id="20" name="Freeform: Shape 19">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770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9BBDB3-B3E6-8F2C-E1E0-2226BD4B575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Final page of the Target group creation for the vprofile-app01</a:t>
            </a:r>
          </a:p>
        </p:txBody>
      </p:sp>
      <p:pic>
        <p:nvPicPr>
          <p:cNvPr id="4" name="Content Placeholder 3" descr="A screenshot of a computer&#10;&#10;AI-generated content may be incorrect.">
            <a:extLst>
              <a:ext uri="{FF2B5EF4-FFF2-40B4-BE49-F238E27FC236}">
                <a16:creationId xmlns:a16="http://schemas.microsoft.com/office/drawing/2014/main" id="{75DA7250-1FD9-1877-4DAF-EC673269AF5A}"/>
              </a:ext>
            </a:extLst>
          </p:cNvPr>
          <p:cNvPicPr>
            <a:picLocks noGrp="1" noChangeAspect="1"/>
          </p:cNvPicPr>
          <p:nvPr>
            <p:ph idx="1"/>
          </p:nvPr>
        </p:nvPicPr>
        <p:blipFill>
          <a:blip r:embed="rId2"/>
          <a:stretch>
            <a:fillRect/>
          </a:stretch>
        </p:blipFill>
        <p:spPr>
          <a:xfrm>
            <a:off x="5297182" y="643466"/>
            <a:ext cx="5740968" cy="5568739"/>
          </a:xfrm>
          <a:prstGeom prst="rect">
            <a:avLst/>
          </a:prstGeom>
        </p:spPr>
      </p:pic>
    </p:spTree>
    <p:extLst>
      <p:ext uri="{BB962C8B-B14F-4D97-AF65-F5344CB8AC3E}">
        <p14:creationId xmlns:p14="http://schemas.microsoft.com/office/powerpoint/2010/main" val="6010065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4F4D4-F26D-E31D-6F6B-0DAC649C867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Now We Create ELB for the Vprofile-app01(Tomcat instance)</a:t>
            </a:r>
          </a:p>
        </p:txBody>
      </p:sp>
      <p:pic>
        <p:nvPicPr>
          <p:cNvPr id="4" name="Content Placeholder 3" descr="A screenshot of a computer&#10;&#10;AI-generated content may be incorrect.">
            <a:extLst>
              <a:ext uri="{FF2B5EF4-FFF2-40B4-BE49-F238E27FC236}">
                <a16:creationId xmlns:a16="http://schemas.microsoft.com/office/drawing/2014/main" id="{DE20C8AC-15A1-F325-CE3B-401C8A908558}"/>
              </a:ext>
            </a:extLst>
          </p:cNvPr>
          <p:cNvPicPr>
            <a:picLocks noGrp="1" noChangeAspect="1"/>
          </p:cNvPicPr>
          <p:nvPr>
            <p:ph idx="1"/>
          </p:nvPr>
        </p:nvPicPr>
        <p:blipFill>
          <a:blip r:embed="rId2"/>
          <a:stretch>
            <a:fillRect/>
          </a:stretch>
        </p:blipFill>
        <p:spPr>
          <a:xfrm>
            <a:off x="1565898" y="1675227"/>
            <a:ext cx="9060204" cy="4394199"/>
          </a:xfrm>
          <a:prstGeom prst="rect">
            <a:avLst/>
          </a:prstGeom>
        </p:spPr>
      </p:pic>
    </p:spTree>
    <p:extLst>
      <p:ext uri="{BB962C8B-B14F-4D97-AF65-F5344CB8AC3E}">
        <p14:creationId xmlns:p14="http://schemas.microsoft.com/office/powerpoint/2010/main" val="25268095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7CC60B-BCB0-91CD-6F50-5C2EB8070F3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Continuation on the ELB</a:t>
            </a:r>
          </a:p>
        </p:txBody>
      </p:sp>
      <p:pic>
        <p:nvPicPr>
          <p:cNvPr id="4" name="Content Placeholder 3" descr="A screenshot of a computer&#10;&#10;AI-generated content may be incorrect.">
            <a:extLst>
              <a:ext uri="{FF2B5EF4-FFF2-40B4-BE49-F238E27FC236}">
                <a16:creationId xmlns:a16="http://schemas.microsoft.com/office/drawing/2014/main" id="{F3CE01D6-5133-C405-499E-87E85F71F51B}"/>
              </a:ext>
            </a:extLst>
          </p:cNvPr>
          <p:cNvPicPr>
            <a:picLocks noGrp="1" noChangeAspect="1"/>
          </p:cNvPicPr>
          <p:nvPr>
            <p:ph idx="1"/>
          </p:nvPr>
        </p:nvPicPr>
        <p:blipFill>
          <a:blip r:embed="rId2"/>
          <a:stretch>
            <a:fillRect/>
          </a:stretch>
        </p:blipFill>
        <p:spPr>
          <a:xfrm>
            <a:off x="1657414" y="1675227"/>
            <a:ext cx="8877171" cy="4394199"/>
          </a:xfrm>
          <a:prstGeom prst="rect">
            <a:avLst/>
          </a:prstGeom>
        </p:spPr>
      </p:pic>
    </p:spTree>
    <p:extLst>
      <p:ext uri="{BB962C8B-B14F-4D97-AF65-F5344CB8AC3E}">
        <p14:creationId xmlns:p14="http://schemas.microsoft.com/office/powerpoint/2010/main" val="24470542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59075-E4AC-57A4-0FF4-BC288EF0CC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Continuation on the ELB</a:t>
            </a:r>
          </a:p>
        </p:txBody>
      </p:sp>
      <p:pic>
        <p:nvPicPr>
          <p:cNvPr id="4" name="Content Placeholder 3" descr="A screenshot of a computer&#10;&#10;AI-generated content may be incorrect.">
            <a:extLst>
              <a:ext uri="{FF2B5EF4-FFF2-40B4-BE49-F238E27FC236}">
                <a16:creationId xmlns:a16="http://schemas.microsoft.com/office/drawing/2014/main" id="{27ACF9DE-DE0F-C948-FAA4-CB0972F8FD67}"/>
              </a:ext>
            </a:extLst>
          </p:cNvPr>
          <p:cNvPicPr>
            <a:picLocks noGrp="1" noChangeAspect="1"/>
          </p:cNvPicPr>
          <p:nvPr>
            <p:ph idx="1"/>
          </p:nvPr>
        </p:nvPicPr>
        <p:blipFill>
          <a:blip r:embed="rId2"/>
          <a:stretch>
            <a:fillRect/>
          </a:stretch>
        </p:blipFill>
        <p:spPr>
          <a:xfrm>
            <a:off x="1267210" y="1675227"/>
            <a:ext cx="9657580" cy="4394199"/>
          </a:xfrm>
          <a:prstGeom prst="rect">
            <a:avLst/>
          </a:prstGeom>
        </p:spPr>
      </p:pic>
    </p:spTree>
    <p:extLst>
      <p:ext uri="{BB962C8B-B14F-4D97-AF65-F5344CB8AC3E}">
        <p14:creationId xmlns:p14="http://schemas.microsoft.com/office/powerpoint/2010/main" val="22734842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5E9AC3-0A6F-3D48-ACB8-28591A2F8A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Continuation on the ELB</a:t>
            </a:r>
          </a:p>
        </p:txBody>
      </p:sp>
      <p:pic>
        <p:nvPicPr>
          <p:cNvPr id="4" name="Content Placeholder 3" descr="A screenshot of a computer&#10;&#10;AI-generated content may be incorrect.">
            <a:extLst>
              <a:ext uri="{FF2B5EF4-FFF2-40B4-BE49-F238E27FC236}">
                <a16:creationId xmlns:a16="http://schemas.microsoft.com/office/drawing/2014/main" id="{545208B1-6F19-9C12-C196-EB40D2E86008}"/>
              </a:ext>
            </a:extLst>
          </p:cNvPr>
          <p:cNvPicPr>
            <a:picLocks noGrp="1" noChangeAspect="1"/>
          </p:cNvPicPr>
          <p:nvPr>
            <p:ph idx="1"/>
          </p:nvPr>
        </p:nvPicPr>
        <p:blipFill>
          <a:blip r:embed="rId2"/>
          <a:stretch>
            <a:fillRect/>
          </a:stretch>
        </p:blipFill>
        <p:spPr>
          <a:xfrm>
            <a:off x="1542427" y="1675227"/>
            <a:ext cx="9107146" cy="4394199"/>
          </a:xfrm>
          <a:prstGeom prst="rect">
            <a:avLst/>
          </a:prstGeom>
        </p:spPr>
      </p:pic>
    </p:spTree>
    <p:extLst>
      <p:ext uri="{BB962C8B-B14F-4D97-AF65-F5344CB8AC3E}">
        <p14:creationId xmlns:p14="http://schemas.microsoft.com/office/powerpoint/2010/main" val="17845513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FD952-5748-A6D7-BF3B-701513D7231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Continuation on the ELB</a:t>
            </a:r>
          </a:p>
        </p:txBody>
      </p:sp>
      <p:pic>
        <p:nvPicPr>
          <p:cNvPr id="4" name="Content Placeholder 3" descr="A screenshot of a computer&#10;&#10;AI-generated content may be incorrect.">
            <a:extLst>
              <a:ext uri="{FF2B5EF4-FFF2-40B4-BE49-F238E27FC236}">
                <a16:creationId xmlns:a16="http://schemas.microsoft.com/office/drawing/2014/main" id="{9DBB9F2D-EACE-FDB5-E859-8040349810DC}"/>
              </a:ext>
            </a:extLst>
          </p:cNvPr>
          <p:cNvPicPr>
            <a:picLocks noGrp="1" noChangeAspect="1"/>
          </p:cNvPicPr>
          <p:nvPr>
            <p:ph idx="1"/>
          </p:nvPr>
        </p:nvPicPr>
        <p:blipFill>
          <a:blip r:embed="rId2"/>
          <a:stretch>
            <a:fillRect/>
          </a:stretch>
        </p:blipFill>
        <p:spPr>
          <a:xfrm>
            <a:off x="1470528" y="1675227"/>
            <a:ext cx="9250943" cy="4394199"/>
          </a:xfrm>
          <a:prstGeom prst="rect">
            <a:avLst/>
          </a:prstGeom>
        </p:spPr>
      </p:pic>
    </p:spTree>
    <p:extLst>
      <p:ext uri="{BB962C8B-B14F-4D97-AF65-F5344CB8AC3E}">
        <p14:creationId xmlns:p14="http://schemas.microsoft.com/office/powerpoint/2010/main" val="40776351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49B1CF-87F9-C0A0-EBEA-FE27F884109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ELB Successfully Created for the Tomcat server</a:t>
            </a:r>
          </a:p>
        </p:txBody>
      </p:sp>
      <p:pic>
        <p:nvPicPr>
          <p:cNvPr id="4" name="Content Placeholder 3" descr="A screenshot of a computer&#10;&#10;AI-generated content may be incorrect.">
            <a:extLst>
              <a:ext uri="{FF2B5EF4-FFF2-40B4-BE49-F238E27FC236}">
                <a16:creationId xmlns:a16="http://schemas.microsoft.com/office/drawing/2014/main" id="{1EBFF656-96C4-002B-F3E1-489D208CD931}"/>
              </a:ext>
            </a:extLst>
          </p:cNvPr>
          <p:cNvPicPr>
            <a:picLocks noGrp="1" noChangeAspect="1"/>
          </p:cNvPicPr>
          <p:nvPr>
            <p:ph idx="1"/>
          </p:nvPr>
        </p:nvPicPr>
        <p:blipFill>
          <a:blip r:embed="rId2"/>
          <a:stretch>
            <a:fillRect/>
          </a:stretch>
        </p:blipFill>
        <p:spPr>
          <a:xfrm>
            <a:off x="5244444" y="643466"/>
            <a:ext cx="5846444" cy="5568739"/>
          </a:xfrm>
          <a:prstGeom prst="rect">
            <a:avLst/>
          </a:prstGeom>
        </p:spPr>
      </p:pic>
    </p:spTree>
    <p:extLst>
      <p:ext uri="{BB962C8B-B14F-4D97-AF65-F5344CB8AC3E}">
        <p14:creationId xmlns:p14="http://schemas.microsoft.com/office/powerpoint/2010/main" val="22975935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C01937D-488C-DC37-36C1-528F1C485646}"/>
              </a:ext>
            </a:extLst>
          </p:cNvPr>
          <p:cNvSpPr>
            <a:spLocks noGrp="1"/>
          </p:cNvSpPr>
          <p:nvPr>
            <p:ph type="title"/>
          </p:nvPr>
        </p:nvSpPr>
        <p:spPr>
          <a:xfrm>
            <a:off x="660041" y="2767106"/>
            <a:ext cx="2880828" cy="3071906"/>
          </a:xfrm>
        </p:spPr>
        <p:txBody>
          <a:bodyPr vert="horz" lIns="91440" tIns="45720" rIns="91440" bIns="45720" rtlCol="0" anchor="t">
            <a:normAutofit fontScale="90000"/>
          </a:bodyPr>
          <a:lstStyle/>
          <a:p>
            <a:r>
              <a:rPr lang="en-US" sz="3400" kern="1200" dirty="0">
                <a:solidFill>
                  <a:srgbClr val="FFFFFF"/>
                </a:solidFill>
                <a:latin typeface="+mj-lt"/>
                <a:ea typeface="+mj-ea"/>
                <a:cs typeface="+mj-cs"/>
              </a:rPr>
              <a:t>10. Mapping ELB to endpoint to website name in Godaddy DNS</a:t>
            </a:r>
            <a:br>
              <a:rPr lang="en-US" sz="3400" dirty="0">
                <a:solidFill>
                  <a:srgbClr val="FFFFFF"/>
                </a:solidFill>
              </a:rPr>
            </a:br>
            <a:r>
              <a:rPr lang="en-US" sz="3400">
                <a:solidFill>
                  <a:srgbClr val="FFFFFF"/>
                </a:solidFill>
              </a:rPr>
              <a:t>ie creating a Cname record for the </a:t>
            </a:r>
            <a:r>
              <a:rPr lang="en-US" sz="3400" dirty="0">
                <a:solidFill>
                  <a:srgbClr val="FFFFFF"/>
                </a:solidFill>
              </a:rPr>
              <a:t>ELB </a:t>
            </a:r>
            <a:endParaRPr lang="en-US" sz="3400" kern="1200" dirty="0">
              <a:solidFill>
                <a:srgbClr val="FFFFFF"/>
              </a:solidFill>
              <a:latin typeface="+mj-lt"/>
            </a:endParaRPr>
          </a:p>
        </p:txBody>
      </p:sp>
      <p:pic>
        <p:nvPicPr>
          <p:cNvPr id="4" name="Content Placeholder 3" descr="A screenshot of a computer&#10;&#10;AI-generated content may be incorrect.">
            <a:extLst>
              <a:ext uri="{FF2B5EF4-FFF2-40B4-BE49-F238E27FC236}">
                <a16:creationId xmlns:a16="http://schemas.microsoft.com/office/drawing/2014/main" id="{F7746B4E-981E-FBD1-4C20-1F827FF23BE2}"/>
              </a:ext>
            </a:extLst>
          </p:cNvPr>
          <p:cNvPicPr>
            <a:picLocks noGrp="1" noChangeAspect="1"/>
          </p:cNvPicPr>
          <p:nvPr>
            <p:ph idx="1"/>
          </p:nvPr>
        </p:nvPicPr>
        <p:blipFill>
          <a:blip r:embed="rId2"/>
          <a:stretch>
            <a:fillRect/>
          </a:stretch>
        </p:blipFill>
        <p:spPr>
          <a:xfrm>
            <a:off x="5197937" y="467208"/>
            <a:ext cx="5834730" cy="5923584"/>
          </a:xfrm>
          <a:prstGeom prst="rect">
            <a:avLst/>
          </a:prstGeom>
        </p:spPr>
      </p:pic>
    </p:spTree>
    <p:extLst>
      <p:ext uri="{BB962C8B-B14F-4D97-AF65-F5344CB8AC3E}">
        <p14:creationId xmlns:p14="http://schemas.microsoft.com/office/powerpoint/2010/main" val="33021586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98AA6F-9FA5-1DD1-D502-F330B307C02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We coppied the ELB DNS name</a:t>
            </a:r>
          </a:p>
        </p:txBody>
      </p:sp>
      <p:pic>
        <p:nvPicPr>
          <p:cNvPr id="4" name="Content Placeholder 3" descr="A screenshot of a computer&#10;&#10;AI-generated content may be incorrect.">
            <a:extLst>
              <a:ext uri="{FF2B5EF4-FFF2-40B4-BE49-F238E27FC236}">
                <a16:creationId xmlns:a16="http://schemas.microsoft.com/office/drawing/2014/main" id="{CAEA02F2-9E4D-1209-31C1-12C83CA0E270}"/>
              </a:ext>
            </a:extLst>
          </p:cNvPr>
          <p:cNvPicPr>
            <a:picLocks noGrp="1" noChangeAspect="1"/>
          </p:cNvPicPr>
          <p:nvPr>
            <p:ph idx="1"/>
          </p:nvPr>
        </p:nvPicPr>
        <p:blipFill>
          <a:blip r:embed="rId2"/>
          <a:stretch>
            <a:fillRect/>
          </a:stretch>
        </p:blipFill>
        <p:spPr>
          <a:xfrm>
            <a:off x="432225" y="2592357"/>
            <a:ext cx="11327549" cy="3200031"/>
          </a:xfrm>
          <a:prstGeom prst="rect">
            <a:avLst/>
          </a:prstGeom>
        </p:spPr>
      </p:pic>
    </p:spTree>
    <p:extLst>
      <p:ext uri="{BB962C8B-B14F-4D97-AF65-F5344CB8AC3E}">
        <p14:creationId xmlns:p14="http://schemas.microsoft.com/office/powerpoint/2010/main" val="2771586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C2BD13-6663-4BAE-24A8-8403726559B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The Cname name record created for ELB on our Godaddy DNS, we give it a name &amp; add the ELB 'DNS name'</a:t>
            </a:r>
          </a:p>
        </p:txBody>
      </p:sp>
      <p:pic>
        <p:nvPicPr>
          <p:cNvPr id="4" name="Content Placeholder 3" descr="A screenshot of a computer&#10;&#10;AI-generated content may be incorrect.">
            <a:extLst>
              <a:ext uri="{FF2B5EF4-FFF2-40B4-BE49-F238E27FC236}">
                <a16:creationId xmlns:a16="http://schemas.microsoft.com/office/drawing/2014/main" id="{D14C857F-C82A-5653-0175-BBF120DE573A}"/>
              </a:ext>
            </a:extLst>
          </p:cNvPr>
          <p:cNvPicPr>
            <a:picLocks noGrp="1" noChangeAspect="1"/>
          </p:cNvPicPr>
          <p:nvPr>
            <p:ph idx="1"/>
          </p:nvPr>
        </p:nvPicPr>
        <p:blipFill>
          <a:blip r:embed="rId2"/>
          <a:stretch>
            <a:fillRect/>
          </a:stretch>
        </p:blipFill>
        <p:spPr>
          <a:xfrm>
            <a:off x="5138626" y="467208"/>
            <a:ext cx="5953351" cy="5923584"/>
          </a:xfrm>
          <a:prstGeom prst="rect">
            <a:avLst/>
          </a:prstGeom>
        </p:spPr>
      </p:pic>
    </p:spTree>
    <p:extLst>
      <p:ext uri="{BB962C8B-B14F-4D97-AF65-F5344CB8AC3E}">
        <p14:creationId xmlns:p14="http://schemas.microsoft.com/office/powerpoint/2010/main" val="32910081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CE1778-8283-BD1B-53DE-D54226FA0D1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ELB COnfigured and Active</a:t>
            </a:r>
          </a:p>
        </p:txBody>
      </p:sp>
      <p:pic>
        <p:nvPicPr>
          <p:cNvPr id="4" name="Content Placeholder 3" descr="A screenshot of a computer&#10;&#10;AI-generated content may be incorrect.">
            <a:extLst>
              <a:ext uri="{FF2B5EF4-FFF2-40B4-BE49-F238E27FC236}">
                <a16:creationId xmlns:a16="http://schemas.microsoft.com/office/drawing/2014/main" id="{BA620E7A-97CE-2C51-CF0B-1F3732CBF16C}"/>
              </a:ext>
            </a:extLst>
          </p:cNvPr>
          <p:cNvPicPr>
            <a:picLocks noGrp="1" noChangeAspect="1"/>
          </p:cNvPicPr>
          <p:nvPr>
            <p:ph idx="1"/>
          </p:nvPr>
        </p:nvPicPr>
        <p:blipFill>
          <a:blip r:embed="rId2"/>
          <a:stretch>
            <a:fillRect/>
          </a:stretch>
        </p:blipFill>
        <p:spPr>
          <a:xfrm>
            <a:off x="432225" y="2139255"/>
            <a:ext cx="11327549" cy="4106236"/>
          </a:xfrm>
          <a:prstGeom prst="rect">
            <a:avLst/>
          </a:prstGeom>
        </p:spPr>
      </p:pic>
    </p:spTree>
    <p:extLst>
      <p:ext uri="{BB962C8B-B14F-4D97-AF65-F5344CB8AC3E}">
        <p14:creationId xmlns:p14="http://schemas.microsoft.com/office/powerpoint/2010/main" val="23078871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3FBAC8A-5708-6CE9-020B-391557CE980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Target Group Health Check Shows Ok</a:t>
            </a:r>
          </a:p>
        </p:txBody>
      </p:sp>
      <p:pic>
        <p:nvPicPr>
          <p:cNvPr id="4" name="Content Placeholder 3" descr="A screenshot of a computer&#10;&#10;AI-generated content may be incorrect.">
            <a:extLst>
              <a:ext uri="{FF2B5EF4-FFF2-40B4-BE49-F238E27FC236}">
                <a16:creationId xmlns:a16="http://schemas.microsoft.com/office/drawing/2014/main" id="{C6B001D8-2661-1454-5131-BCAA8DDD7277}"/>
              </a:ext>
            </a:extLst>
          </p:cNvPr>
          <p:cNvPicPr>
            <a:picLocks noGrp="1" noChangeAspect="1"/>
          </p:cNvPicPr>
          <p:nvPr>
            <p:ph idx="1"/>
          </p:nvPr>
        </p:nvPicPr>
        <p:blipFill>
          <a:blip r:embed="rId2"/>
          <a:stretch>
            <a:fillRect/>
          </a:stretch>
        </p:blipFill>
        <p:spPr>
          <a:xfrm>
            <a:off x="4502428" y="1812239"/>
            <a:ext cx="7225748" cy="3233522"/>
          </a:xfrm>
          <a:prstGeom prst="rect">
            <a:avLst/>
          </a:prstGeom>
        </p:spPr>
      </p:pic>
    </p:spTree>
    <p:extLst>
      <p:ext uri="{BB962C8B-B14F-4D97-AF65-F5344CB8AC3E}">
        <p14:creationId xmlns:p14="http://schemas.microsoft.com/office/powerpoint/2010/main" val="10436037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A75BAF1-B393-4F2E-0F1A-FF2687D1016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Visiting our webapp page using the ELB link</a:t>
            </a:r>
          </a:p>
        </p:txBody>
      </p:sp>
      <p:pic>
        <p:nvPicPr>
          <p:cNvPr id="4" name="Content Placeholder 3" descr="Screens screenshots of a computer screen&#10;&#10;AI-generated content may be incorrect.">
            <a:extLst>
              <a:ext uri="{FF2B5EF4-FFF2-40B4-BE49-F238E27FC236}">
                <a16:creationId xmlns:a16="http://schemas.microsoft.com/office/drawing/2014/main" id="{E42499B9-072D-FA8B-4D84-926183CCC521}"/>
              </a:ext>
            </a:extLst>
          </p:cNvPr>
          <p:cNvPicPr>
            <a:picLocks noGrp="1" noChangeAspect="1"/>
          </p:cNvPicPr>
          <p:nvPr>
            <p:ph idx="1"/>
          </p:nvPr>
        </p:nvPicPr>
        <p:blipFill>
          <a:blip r:embed="rId2"/>
          <a:stretch>
            <a:fillRect/>
          </a:stretch>
        </p:blipFill>
        <p:spPr>
          <a:xfrm>
            <a:off x="4502428" y="1631595"/>
            <a:ext cx="7225748" cy="3594810"/>
          </a:xfrm>
          <a:prstGeom prst="rect">
            <a:avLst/>
          </a:prstGeom>
        </p:spPr>
      </p:pic>
    </p:spTree>
    <p:extLst>
      <p:ext uri="{BB962C8B-B14F-4D97-AF65-F5344CB8AC3E}">
        <p14:creationId xmlns:p14="http://schemas.microsoft.com/office/powerpoint/2010/main" val="610660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A2706C1-C6E0-23FD-54B9-C80903779FD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1900">
                <a:solidFill>
                  <a:srgbClr val="FFFFFF"/>
                </a:solidFill>
              </a:rPr>
              <a:t>11. Varifying the page Using</a:t>
            </a:r>
            <a:r>
              <a:rPr lang="en-US" sz="1900" kern="1200">
                <a:solidFill>
                  <a:srgbClr val="FFFFFF"/>
                </a:solidFill>
                <a:latin typeface="+mj-lt"/>
                <a:ea typeface="+mj-ea"/>
                <a:cs typeface="+mj-cs"/>
              </a:rPr>
              <a:t> </a:t>
            </a:r>
            <a:r>
              <a:rPr lang="en-US" sz="1900" kern="1200" dirty="0">
                <a:solidFill>
                  <a:srgbClr val="FFFFFF"/>
                </a:solidFill>
                <a:latin typeface="+mj-lt"/>
                <a:ea typeface="+mj-ea"/>
                <a:cs typeface="+mj-cs"/>
              </a:rPr>
              <a:t>configured Godaddy DNS  Urls(with Certificate configured) to open the webapp.</a:t>
            </a:r>
            <a:br>
              <a:rPr lang="en-US" sz="1900" kern="1200" dirty="0"/>
            </a:br>
            <a:r>
              <a:rPr lang="en-US" sz="1900" kern="1200" dirty="0">
                <a:solidFill>
                  <a:srgbClr val="FFFFFF"/>
                </a:solidFill>
                <a:latin typeface="+mj-lt"/>
                <a:ea typeface="+mj-ea"/>
                <a:cs typeface="+mj-cs"/>
              </a:rPr>
              <a:t>This time,  that notsecured tag dissappeared cause of https certificate available</a:t>
            </a:r>
          </a:p>
        </p:txBody>
      </p:sp>
      <p:pic>
        <p:nvPicPr>
          <p:cNvPr id="4" name="Content Placeholder 3" descr="A screenshot of a computer screen&#10;&#10;AI-generated content may be incorrect.">
            <a:extLst>
              <a:ext uri="{FF2B5EF4-FFF2-40B4-BE49-F238E27FC236}">
                <a16:creationId xmlns:a16="http://schemas.microsoft.com/office/drawing/2014/main" id="{AE55364C-3AC5-6D0A-01FC-6FC5F2B0A24B}"/>
              </a:ext>
            </a:extLst>
          </p:cNvPr>
          <p:cNvPicPr>
            <a:picLocks noGrp="1" noChangeAspect="1"/>
          </p:cNvPicPr>
          <p:nvPr>
            <p:ph idx="1"/>
          </p:nvPr>
        </p:nvPicPr>
        <p:blipFill>
          <a:blip r:embed="rId2"/>
          <a:stretch>
            <a:fillRect/>
          </a:stretch>
        </p:blipFill>
        <p:spPr>
          <a:xfrm>
            <a:off x="5131129" y="467208"/>
            <a:ext cx="5968346" cy="5923584"/>
          </a:xfrm>
          <a:prstGeom prst="rect">
            <a:avLst/>
          </a:prstGeom>
        </p:spPr>
      </p:pic>
    </p:spTree>
    <p:extLst>
      <p:ext uri="{BB962C8B-B14F-4D97-AF65-F5344CB8AC3E}">
        <p14:creationId xmlns:p14="http://schemas.microsoft.com/office/powerpoint/2010/main" val="37553622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8157C2-666D-29AE-4BC8-BCC146DDF933}"/>
              </a:ext>
            </a:extLst>
          </p:cNvPr>
          <p:cNvSpPr>
            <a:spLocks noGrp="1"/>
          </p:cNvSpPr>
          <p:nvPr>
            <p:ph type="title"/>
          </p:nvPr>
        </p:nvSpPr>
        <p:spPr>
          <a:xfrm>
            <a:off x="630936" y="640080"/>
            <a:ext cx="4818888" cy="1481328"/>
          </a:xfrm>
        </p:spPr>
        <p:txBody>
          <a:bodyPr anchor="b">
            <a:normAutofit/>
          </a:bodyPr>
          <a:lstStyle/>
          <a:p>
            <a:r>
              <a:rPr lang="en-US" sz="3000"/>
              <a:t>12. Building Autoscalling Group for our Tomcat Instance(vprofile-app01)</a:t>
            </a:r>
          </a:p>
        </p:txBody>
      </p:sp>
      <p:sp>
        <p:nvSpPr>
          <p:cNvPr id="1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32BF5B-AE76-91C1-1A41-5EED31D26E95}"/>
              </a:ext>
            </a:extLst>
          </p:cNvPr>
          <p:cNvSpPr>
            <a:spLocks noGrp="1"/>
          </p:cNvSpPr>
          <p:nvPr>
            <p:ph idx="1"/>
          </p:nvPr>
        </p:nvSpPr>
        <p:spPr>
          <a:xfrm>
            <a:off x="630936" y="2660904"/>
            <a:ext cx="4818888" cy="3547872"/>
          </a:xfrm>
        </p:spPr>
        <p:txBody>
          <a:bodyPr vert="horz" lIns="91440" tIns="45720" rIns="91440" bIns="45720" rtlCol="0" anchor="t">
            <a:normAutofit/>
          </a:bodyPr>
          <a:lstStyle/>
          <a:p>
            <a:pPr marL="0" indent="0">
              <a:buNone/>
            </a:pPr>
            <a:r>
              <a:rPr lang="en-US" sz="2200"/>
              <a:t>1st we create an Image for our Tomcat instance(Vprofile-app01)</a:t>
            </a:r>
          </a:p>
          <a:p>
            <a:pPr marL="0" indent="0">
              <a:buNone/>
            </a:pPr>
            <a:r>
              <a:rPr lang="en-US" sz="2200" dirty="0"/>
              <a:t>Click on the instance check box, go to Actions, scroll down to image&amp;templates, clicked on create </a:t>
            </a:r>
            <a:r>
              <a:rPr lang="en-US" sz="2200"/>
              <a:t>image.</a:t>
            </a:r>
            <a:endParaRPr lang="en-US" sz="2200" dirty="0"/>
          </a:p>
          <a:p>
            <a:pPr marL="0" indent="0">
              <a:buNone/>
            </a:pPr>
            <a:endParaRPr lang="en-US" sz="2200" dirty="0"/>
          </a:p>
          <a:p>
            <a:pPr marL="0" indent="0">
              <a:buNone/>
            </a:pPr>
            <a:endParaRPr lang="en-US" sz="2200"/>
          </a:p>
        </p:txBody>
      </p:sp>
      <p:pic>
        <p:nvPicPr>
          <p:cNvPr id="4" name="Picture 3" descr="A screenshot of a computer&#10;&#10;AI-generated content may be incorrect.">
            <a:extLst>
              <a:ext uri="{FF2B5EF4-FFF2-40B4-BE49-F238E27FC236}">
                <a16:creationId xmlns:a16="http://schemas.microsoft.com/office/drawing/2014/main" id="{0DE3A248-A8ED-642D-F1F7-BA2784C162C3}"/>
              </a:ext>
            </a:extLst>
          </p:cNvPr>
          <p:cNvPicPr>
            <a:picLocks noChangeAspect="1"/>
          </p:cNvPicPr>
          <p:nvPr/>
        </p:nvPicPr>
        <p:blipFill>
          <a:blip r:embed="rId2"/>
          <a:stretch>
            <a:fillRect/>
          </a:stretch>
        </p:blipFill>
        <p:spPr>
          <a:xfrm>
            <a:off x="6099048" y="713164"/>
            <a:ext cx="5458968" cy="5431672"/>
          </a:xfrm>
          <a:prstGeom prst="rect">
            <a:avLst/>
          </a:prstGeom>
        </p:spPr>
      </p:pic>
    </p:spTree>
    <p:extLst>
      <p:ext uri="{BB962C8B-B14F-4D97-AF65-F5344CB8AC3E}">
        <p14:creationId xmlns:p14="http://schemas.microsoft.com/office/powerpoint/2010/main" val="30541534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0CECFF-B62C-3437-D626-4F84C52F627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Creating image for Our Tomcat Instance</a:t>
            </a:r>
          </a:p>
        </p:txBody>
      </p:sp>
      <p:pic>
        <p:nvPicPr>
          <p:cNvPr id="4" name="Content Placeholder 3" descr="A screenshot of a computer&#10;&#10;AI-generated content may be incorrect.">
            <a:extLst>
              <a:ext uri="{FF2B5EF4-FFF2-40B4-BE49-F238E27FC236}">
                <a16:creationId xmlns:a16="http://schemas.microsoft.com/office/drawing/2014/main" id="{06B55486-380E-3BF9-0082-DAD09BCAB0BD}"/>
              </a:ext>
            </a:extLst>
          </p:cNvPr>
          <p:cNvPicPr>
            <a:picLocks noGrp="1" noChangeAspect="1"/>
          </p:cNvPicPr>
          <p:nvPr>
            <p:ph idx="1"/>
          </p:nvPr>
        </p:nvPicPr>
        <p:blipFill>
          <a:blip r:embed="rId2"/>
          <a:stretch>
            <a:fillRect/>
          </a:stretch>
        </p:blipFill>
        <p:spPr>
          <a:xfrm>
            <a:off x="1612124" y="1675227"/>
            <a:ext cx="8967751" cy="4394199"/>
          </a:xfrm>
          <a:prstGeom prst="rect">
            <a:avLst/>
          </a:prstGeom>
        </p:spPr>
      </p:pic>
    </p:spTree>
    <p:extLst>
      <p:ext uri="{BB962C8B-B14F-4D97-AF65-F5344CB8AC3E}">
        <p14:creationId xmlns:p14="http://schemas.microsoft.com/office/powerpoint/2010/main" val="884295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DC23C7-5744-2945-B10B-C7E8A07AFAC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Continue to the next page</a:t>
            </a:r>
          </a:p>
        </p:txBody>
      </p:sp>
      <p:pic>
        <p:nvPicPr>
          <p:cNvPr id="4" name="Content Placeholder 3" descr="A screenshot of a computer&#10;&#10;AI-generated content may be incorrect.">
            <a:extLst>
              <a:ext uri="{FF2B5EF4-FFF2-40B4-BE49-F238E27FC236}">
                <a16:creationId xmlns:a16="http://schemas.microsoft.com/office/drawing/2014/main" id="{3B3F2E61-E93E-0726-22D3-D901022CDF0B}"/>
              </a:ext>
            </a:extLst>
          </p:cNvPr>
          <p:cNvPicPr>
            <a:picLocks noGrp="1" noChangeAspect="1"/>
          </p:cNvPicPr>
          <p:nvPr>
            <p:ph idx="1"/>
          </p:nvPr>
        </p:nvPicPr>
        <p:blipFill>
          <a:blip r:embed="rId2"/>
          <a:stretch>
            <a:fillRect/>
          </a:stretch>
        </p:blipFill>
        <p:spPr>
          <a:xfrm>
            <a:off x="1542427" y="1675227"/>
            <a:ext cx="9107146" cy="4394199"/>
          </a:xfrm>
          <a:prstGeom prst="rect">
            <a:avLst/>
          </a:prstGeom>
        </p:spPr>
      </p:pic>
    </p:spTree>
    <p:extLst>
      <p:ext uri="{BB962C8B-B14F-4D97-AF65-F5344CB8AC3E}">
        <p14:creationId xmlns:p14="http://schemas.microsoft.com/office/powerpoint/2010/main" val="29979082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E4796-FA73-32BD-A40A-E9390AD7F4F3}"/>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AMI Created</a:t>
            </a:r>
          </a:p>
        </p:txBody>
      </p:sp>
      <p:pic>
        <p:nvPicPr>
          <p:cNvPr id="5" name="Picture 4" descr="A screenshot of a computer&#10;&#10;AI-generated content may be incorrect.">
            <a:extLst>
              <a:ext uri="{FF2B5EF4-FFF2-40B4-BE49-F238E27FC236}">
                <a16:creationId xmlns:a16="http://schemas.microsoft.com/office/drawing/2014/main" id="{496A9C40-3AB9-D91A-46A8-2E25D618BF6F}"/>
              </a:ext>
            </a:extLst>
          </p:cNvPr>
          <p:cNvPicPr>
            <a:picLocks noChangeAspect="1"/>
          </p:cNvPicPr>
          <p:nvPr/>
        </p:nvPicPr>
        <p:blipFill>
          <a:blip r:embed="rId2"/>
          <a:stretch>
            <a:fillRect/>
          </a:stretch>
        </p:blipFill>
        <p:spPr>
          <a:xfrm>
            <a:off x="6220944" y="2224558"/>
            <a:ext cx="4298534" cy="3997637"/>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D9E3F1C3-7F7C-68A5-60E8-69B4D7734ACD}"/>
              </a:ext>
            </a:extLst>
          </p:cNvPr>
          <p:cNvPicPr>
            <a:picLocks noGrp="1" noChangeAspect="1"/>
          </p:cNvPicPr>
          <p:nvPr>
            <p:ph idx="1"/>
          </p:nvPr>
        </p:nvPicPr>
        <p:blipFill>
          <a:blip r:embed="rId3"/>
          <a:stretch>
            <a:fillRect/>
          </a:stretch>
        </p:blipFill>
        <p:spPr>
          <a:xfrm>
            <a:off x="1169316" y="2217815"/>
            <a:ext cx="4038213" cy="3997831"/>
          </a:xfrm>
          <a:prstGeom prst="rect">
            <a:avLst/>
          </a:prstGeom>
        </p:spPr>
      </p:pic>
    </p:spTree>
    <p:extLst>
      <p:ext uri="{BB962C8B-B14F-4D97-AF65-F5344CB8AC3E}">
        <p14:creationId xmlns:p14="http://schemas.microsoft.com/office/powerpoint/2010/main" val="39888477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DF72CD-7E7C-77D1-620C-522F6E1BFE3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We create a new </a:t>
            </a:r>
            <a:r>
              <a:rPr lang="en-US" sz="4000">
                <a:solidFill>
                  <a:srgbClr val="FFFFFF"/>
                </a:solidFill>
              </a:rPr>
              <a:t>Launch Templates</a:t>
            </a:r>
            <a:r>
              <a:rPr lang="en-US" sz="4000" kern="1200">
                <a:solidFill>
                  <a:srgbClr val="FFFFFF"/>
                </a:solidFill>
                <a:latin typeface="+mj-lt"/>
                <a:ea typeface="+mj-ea"/>
                <a:cs typeface="+mj-cs"/>
              </a:rPr>
              <a:t> for our </a:t>
            </a:r>
            <a:r>
              <a:rPr lang="en-US" sz="4000" kern="1200" dirty="0">
                <a:solidFill>
                  <a:srgbClr val="FFFFFF"/>
                </a:solidFill>
                <a:latin typeface="+mj-lt"/>
                <a:ea typeface="+mj-ea"/>
                <a:cs typeface="+mj-cs"/>
              </a:rPr>
              <a:t>Instance</a:t>
            </a:r>
          </a:p>
        </p:txBody>
      </p:sp>
      <p:pic>
        <p:nvPicPr>
          <p:cNvPr id="4" name="Content Placeholder 3" descr="A screenshot of a computer&#10;&#10;AI-generated content may be incorrect.">
            <a:extLst>
              <a:ext uri="{FF2B5EF4-FFF2-40B4-BE49-F238E27FC236}">
                <a16:creationId xmlns:a16="http://schemas.microsoft.com/office/drawing/2014/main" id="{E734C41F-7C1F-22E0-BC6F-5BD5ED3A0E0B}"/>
              </a:ext>
            </a:extLst>
          </p:cNvPr>
          <p:cNvPicPr>
            <a:picLocks noGrp="1" noChangeAspect="1"/>
          </p:cNvPicPr>
          <p:nvPr>
            <p:ph idx="1"/>
          </p:nvPr>
        </p:nvPicPr>
        <p:blipFill>
          <a:blip r:embed="rId2"/>
          <a:stretch>
            <a:fillRect/>
          </a:stretch>
        </p:blipFill>
        <p:spPr>
          <a:xfrm>
            <a:off x="5061908" y="467208"/>
            <a:ext cx="6106787" cy="5923584"/>
          </a:xfrm>
          <a:prstGeom prst="rect">
            <a:avLst/>
          </a:prstGeom>
        </p:spPr>
      </p:pic>
    </p:spTree>
    <p:extLst>
      <p:ext uri="{BB962C8B-B14F-4D97-AF65-F5344CB8AC3E}">
        <p14:creationId xmlns:p14="http://schemas.microsoft.com/office/powerpoint/2010/main" val="35165696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82FE61-7EAA-CF6E-9342-F35FB55167E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Creating a Launch Template</a:t>
            </a:r>
          </a:p>
        </p:txBody>
      </p:sp>
      <p:pic>
        <p:nvPicPr>
          <p:cNvPr id="4" name="Content Placeholder 3" descr="A screenshot of a computer&#10;&#10;AI-generated content may be incorrect.">
            <a:extLst>
              <a:ext uri="{FF2B5EF4-FFF2-40B4-BE49-F238E27FC236}">
                <a16:creationId xmlns:a16="http://schemas.microsoft.com/office/drawing/2014/main" id="{12872E37-865B-16D0-490B-241ED5CDC406}"/>
              </a:ext>
            </a:extLst>
          </p:cNvPr>
          <p:cNvPicPr>
            <a:picLocks noGrp="1" noChangeAspect="1"/>
          </p:cNvPicPr>
          <p:nvPr>
            <p:ph idx="1"/>
          </p:nvPr>
        </p:nvPicPr>
        <p:blipFill>
          <a:blip r:embed="rId2"/>
          <a:stretch>
            <a:fillRect/>
          </a:stretch>
        </p:blipFill>
        <p:spPr>
          <a:xfrm>
            <a:off x="1319698" y="1675227"/>
            <a:ext cx="9552604" cy="4394199"/>
          </a:xfrm>
          <a:prstGeom prst="rect">
            <a:avLst/>
          </a:prstGeom>
        </p:spPr>
      </p:pic>
    </p:spTree>
    <p:extLst>
      <p:ext uri="{BB962C8B-B14F-4D97-AF65-F5344CB8AC3E}">
        <p14:creationId xmlns:p14="http://schemas.microsoft.com/office/powerpoint/2010/main" val="18823591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CE10-AFA5-1294-600A-076C95E3C943}"/>
              </a:ext>
            </a:extLst>
          </p:cNvPr>
          <p:cNvSpPr>
            <a:spLocks noGrp="1"/>
          </p:cNvSpPr>
          <p:nvPr>
            <p:ph type="title"/>
          </p:nvPr>
        </p:nvSpPr>
        <p:spPr/>
        <p:txBody>
          <a:bodyPr>
            <a:normAutofit/>
          </a:bodyPr>
          <a:lstStyle/>
          <a:p>
            <a:r>
              <a:rPr lang="en-US">
                <a:ea typeface="+mj-lt"/>
                <a:cs typeface="+mj-lt"/>
              </a:rPr>
              <a:t>Creating a Launch Template continue.</a:t>
            </a:r>
          </a:p>
        </p:txBody>
      </p:sp>
      <p:pic>
        <p:nvPicPr>
          <p:cNvPr id="4" name="Content Placeholder 3" descr="A screenshot of a computer&#10;&#10;AI-generated content may be incorrect.">
            <a:extLst>
              <a:ext uri="{FF2B5EF4-FFF2-40B4-BE49-F238E27FC236}">
                <a16:creationId xmlns:a16="http://schemas.microsoft.com/office/drawing/2014/main" id="{943090E0-AE2F-3D41-7057-8B22F0355DC4}"/>
              </a:ext>
            </a:extLst>
          </p:cNvPr>
          <p:cNvPicPr>
            <a:picLocks noGrp="1" noChangeAspect="1"/>
          </p:cNvPicPr>
          <p:nvPr>
            <p:ph idx="1"/>
          </p:nvPr>
        </p:nvPicPr>
        <p:blipFill>
          <a:blip r:embed="rId2"/>
          <a:stretch>
            <a:fillRect/>
          </a:stretch>
        </p:blipFill>
        <p:spPr>
          <a:xfrm>
            <a:off x="980238" y="1825625"/>
            <a:ext cx="10231524" cy="4351338"/>
          </a:xfrm>
        </p:spPr>
      </p:pic>
    </p:spTree>
    <p:extLst>
      <p:ext uri="{BB962C8B-B14F-4D97-AF65-F5344CB8AC3E}">
        <p14:creationId xmlns:p14="http://schemas.microsoft.com/office/powerpoint/2010/main" val="34649358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5113A-1C0F-12FA-973E-AF3B114EECEE}"/>
              </a:ext>
            </a:extLst>
          </p:cNvPr>
          <p:cNvSpPr>
            <a:spLocks noGrp="1"/>
          </p:cNvSpPr>
          <p:nvPr>
            <p:ph type="title"/>
          </p:nvPr>
        </p:nvSpPr>
        <p:spPr/>
        <p:txBody>
          <a:bodyPr/>
          <a:lstStyle/>
          <a:p>
            <a:r>
              <a:rPr lang="en-US"/>
              <a:t>Creating a Launch Template continued.</a:t>
            </a:r>
          </a:p>
        </p:txBody>
      </p:sp>
      <p:pic>
        <p:nvPicPr>
          <p:cNvPr id="4" name="Content Placeholder 3" descr="A screenshot of a computer&#10;&#10;AI-generated content may be incorrect.">
            <a:extLst>
              <a:ext uri="{FF2B5EF4-FFF2-40B4-BE49-F238E27FC236}">
                <a16:creationId xmlns:a16="http://schemas.microsoft.com/office/drawing/2014/main" id="{21D1E595-6D8B-2604-1C16-921A138F7CE8}"/>
              </a:ext>
            </a:extLst>
          </p:cNvPr>
          <p:cNvPicPr>
            <a:picLocks noGrp="1" noChangeAspect="1"/>
          </p:cNvPicPr>
          <p:nvPr>
            <p:ph idx="1"/>
          </p:nvPr>
        </p:nvPicPr>
        <p:blipFill>
          <a:blip r:embed="rId2"/>
          <a:stretch>
            <a:fillRect/>
          </a:stretch>
        </p:blipFill>
        <p:spPr>
          <a:xfrm>
            <a:off x="1642387" y="1825625"/>
            <a:ext cx="8907226" cy="4351338"/>
          </a:xfrm>
        </p:spPr>
      </p:pic>
    </p:spTree>
    <p:extLst>
      <p:ext uri="{BB962C8B-B14F-4D97-AF65-F5344CB8AC3E}">
        <p14:creationId xmlns:p14="http://schemas.microsoft.com/office/powerpoint/2010/main" val="10915545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C1D7-6096-3D3D-65C8-B012CE75D9C7}"/>
              </a:ext>
            </a:extLst>
          </p:cNvPr>
          <p:cNvSpPr>
            <a:spLocks noGrp="1"/>
          </p:cNvSpPr>
          <p:nvPr>
            <p:ph type="title"/>
          </p:nvPr>
        </p:nvSpPr>
        <p:spPr/>
        <p:txBody>
          <a:bodyPr/>
          <a:lstStyle/>
          <a:p>
            <a:r>
              <a:rPr lang="en-US"/>
              <a:t>Creating a Launch Template continued.</a:t>
            </a:r>
          </a:p>
        </p:txBody>
      </p:sp>
      <p:pic>
        <p:nvPicPr>
          <p:cNvPr id="4" name="Content Placeholder 3" descr="A screenshot of a computer&#10;&#10;AI-generated content may be incorrect.">
            <a:extLst>
              <a:ext uri="{FF2B5EF4-FFF2-40B4-BE49-F238E27FC236}">
                <a16:creationId xmlns:a16="http://schemas.microsoft.com/office/drawing/2014/main" id="{A5889313-DFC4-AB2B-FDC6-368FE78B1646}"/>
              </a:ext>
            </a:extLst>
          </p:cNvPr>
          <p:cNvPicPr>
            <a:picLocks noGrp="1" noChangeAspect="1"/>
          </p:cNvPicPr>
          <p:nvPr>
            <p:ph idx="1"/>
          </p:nvPr>
        </p:nvPicPr>
        <p:blipFill>
          <a:blip r:embed="rId2"/>
          <a:stretch>
            <a:fillRect/>
          </a:stretch>
        </p:blipFill>
        <p:spPr>
          <a:xfrm>
            <a:off x="1673215" y="1825625"/>
            <a:ext cx="8845570" cy="4351338"/>
          </a:xfrm>
        </p:spPr>
      </p:pic>
    </p:spTree>
    <p:extLst>
      <p:ext uri="{BB962C8B-B14F-4D97-AF65-F5344CB8AC3E}">
        <p14:creationId xmlns:p14="http://schemas.microsoft.com/office/powerpoint/2010/main" val="16929496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47C1-0BBA-2F1E-F22D-A1E64B4A4A50}"/>
              </a:ext>
            </a:extLst>
          </p:cNvPr>
          <p:cNvSpPr>
            <a:spLocks noGrp="1"/>
          </p:cNvSpPr>
          <p:nvPr>
            <p:ph type="title"/>
          </p:nvPr>
        </p:nvSpPr>
        <p:spPr/>
        <p:txBody>
          <a:bodyPr/>
          <a:lstStyle/>
          <a:p>
            <a:r>
              <a:rPr lang="en-US"/>
              <a:t>Creating a Launch Template continued.</a:t>
            </a:r>
          </a:p>
        </p:txBody>
      </p:sp>
      <p:pic>
        <p:nvPicPr>
          <p:cNvPr id="4" name="Content Placeholder 3" descr="A screenshot of a computer&#10;&#10;AI-generated content may be incorrect.">
            <a:extLst>
              <a:ext uri="{FF2B5EF4-FFF2-40B4-BE49-F238E27FC236}">
                <a16:creationId xmlns:a16="http://schemas.microsoft.com/office/drawing/2014/main" id="{1E74A9B9-41BD-4D5F-23D2-145F2B74EC02}"/>
              </a:ext>
            </a:extLst>
          </p:cNvPr>
          <p:cNvPicPr>
            <a:picLocks noGrp="1" noChangeAspect="1"/>
          </p:cNvPicPr>
          <p:nvPr>
            <p:ph idx="1"/>
          </p:nvPr>
        </p:nvPicPr>
        <p:blipFill>
          <a:blip r:embed="rId2"/>
          <a:stretch>
            <a:fillRect/>
          </a:stretch>
        </p:blipFill>
        <p:spPr>
          <a:xfrm>
            <a:off x="1318011" y="1825625"/>
            <a:ext cx="9555977" cy="4351338"/>
          </a:xfrm>
        </p:spPr>
      </p:pic>
    </p:spTree>
    <p:extLst>
      <p:ext uri="{BB962C8B-B14F-4D97-AF65-F5344CB8AC3E}">
        <p14:creationId xmlns:p14="http://schemas.microsoft.com/office/powerpoint/2010/main" val="38037870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BEE0F30-BD5B-1201-C7FF-B52383A2FEA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Creating Autoscalling Using the Our Instance AMI</a:t>
            </a:r>
          </a:p>
        </p:txBody>
      </p:sp>
      <p:pic>
        <p:nvPicPr>
          <p:cNvPr id="4" name="Content Placeholder 3" descr="A screenshot of a computer&#10;&#10;AI-generated content may be incorrect.">
            <a:extLst>
              <a:ext uri="{FF2B5EF4-FFF2-40B4-BE49-F238E27FC236}">
                <a16:creationId xmlns:a16="http://schemas.microsoft.com/office/drawing/2014/main" id="{762D6E4D-F0E8-0A2E-ACE7-65AE16767202}"/>
              </a:ext>
            </a:extLst>
          </p:cNvPr>
          <p:cNvPicPr>
            <a:picLocks noGrp="1" noChangeAspect="1"/>
          </p:cNvPicPr>
          <p:nvPr>
            <p:ph idx="1"/>
          </p:nvPr>
        </p:nvPicPr>
        <p:blipFill>
          <a:blip r:embed="rId2"/>
          <a:stretch>
            <a:fillRect/>
          </a:stretch>
        </p:blipFill>
        <p:spPr>
          <a:xfrm>
            <a:off x="4691265" y="467208"/>
            <a:ext cx="6848074" cy="5923584"/>
          </a:xfrm>
          <a:prstGeom prst="rect">
            <a:avLst/>
          </a:prstGeom>
        </p:spPr>
      </p:pic>
    </p:spTree>
    <p:extLst>
      <p:ext uri="{BB962C8B-B14F-4D97-AF65-F5344CB8AC3E}">
        <p14:creationId xmlns:p14="http://schemas.microsoft.com/office/powerpoint/2010/main" val="11005955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0C607E-6CB5-B901-0178-884221309B2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Launching the Earlier Created Templates on the AutoScalling</a:t>
            </a:r>
          </a:p>
        </p:txBody>
      </p:sp>
      <p:pic>
        <p:nvPicPr>
          <p:cNvPr id="4" name="Content Placeholder 3" descr="A screenshot of a computer&#10;&#10;AI-generated content may be incorrect.">
            <a:extLst>
              <a:ext uri="{FF2B5EF4-FFF2-40B4-BE49-F238E27FC236}">
                <a16:creationId xmlns:a16="http://schemas.microsoft.com/office/drawing/2014/main" id="{BD38BF9D-FD81-B3AB-A22B-69E158AF1DBA}"/>
              </a:ext>
            </a:extLst>
          </p:cNvPr>
          <p:cNvPicPr>
            <a:picLocks noGrp="1" noChangeAspect="1"/>
          </p:cNvPicPr>
          <p:nvPr>
            <p:ph idx="1"/>
          </p:nvPr>
        </p:nvPicPr>
        <p:blipFill>
          <a:blip r:embed="rId2"/>
          <a:stretch>
            <a:fillRect/>
          </a:stretch>
        </p:blipFill>
        <p:spPr>
          <a:xfrm>
            <a:off x="1542427" y="1675227"/>
            <a:ext cx="9107146" cy="4394199"/>
          </a:xfrm>
          <a:prstGeom prst="rect">
            <a:avLst/>
          </a:prstGeom>
        </p:spPr>
      </p:pic>
    </p:spTree>
    <p:extLst>
      <p:ext uri="{BB962C8B-B14F-4D97-AF65-F5344CB8AC3E}">
        <p14:creationId xmlns:p14="http://schemas.microsoft.com/office/powerpoint/2010/main" val="22692477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3CDC-557C-1AB4-F43F-18F46FC9C4FA}"/>
              </a:ext>
            </a:extLst>
          </p:cNvPr>
          <p:cNvSpPr>
            <a:spLocks noGrp="1"/>
          </p:cNvSpPr>
          <p:nvPr>
            <p:ph type="title"/>
          </p:nvPr>
        </p:nvSpPr>
        <p:spPr/>
        <p:txBody>
          <a:bodyPr/>
          <a:lstStyle/>
          <a:p>
            <a:r>
              <a:rPr lang="en-US"/>
              <a:t>Still on Creating Autoscalling</a:t>
            </a:r>
            <a:br>
              <a:rPr lang="en-US" dirty="0"/>
            </a:br>
            <a:r>
              <a:rPr lang="en-US"/>
              <a:t>select all the AZs </a:t>
            </a:r>
          </a:p>
        </p:txBody>
      </p:sp>
      <p:pic>
        <p:nvPicPr>
          <p:cNvPr id="4" name="Content Placeholder 3" descr="A screenshot of a computer&#10;&#10;AI-generated content may be incorrect.">
            <a:extLst>
              <a:ext uri="{FF2B5EF4-FFF2-40B4-BE49-F238E27FC236}">
                <a16:creationId xmlns:a16="http://schemas.microsoft.com/office/drawing/2014/main" id="{841B56C8-DE52-41A3-318B-B4E221A0DE0C}"/>
              </a:ext>
            </a:extLst>
          </p:cNvPr>
          <p:cNvPicPr>
            <a:picLocks noGrp="1" noChangeAspect="1"/>
          </p:cNvPicPr>
          <p:nvPr>
            <p:ph idx="1"/>
          </p:nvPr>
        </p:nvPicPr>
        <p:blipFill>
          <a:blip r:embed="rId2"/>
          <a:stretch>
            <a:fillRect/>
          </a:stretch>
        </p:blipFill>
        <p:spPr>
          <a:xfrm>
            <a:off x="2016893" y="1825625"/>
            <a:ext cx="8158214" cy="4351338"/>
          </a:xfrm>
        </p:spPr>
      </p:pic>
    </p:spTree>
    <p:extLst>
      <p:ext uri="{BB962C8B-B14F-4D97-AF65-F5344CB8AC3E}">
        <p14:creationId xmlns:p14="http://schemas.microsoft.com/office/powerpoint/2010/main" val="39352562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A0524C-1353-ED7F-D1A1-5815394C7E5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kern="1200">
                <a:solidFill>
                  <a:srgbClr val="FFFFFF"/>
                </a:solidFill>
                <a:latin typeface="+mj-lt"/>
                <a:ea typeface="+mj-ea"/>
                <a:cs typeface="+mj-cs"/>
              </a:rPr>
              <a:t>Attached Ur existing Loadbalancer on the AutoSchalling.</a:t>
            </a:r>
          </a:p>
        </p:txBody>
      </p:sp>
      <p:pic>
        <p:nvPicPr>
          <p:cNvPr id="4" name="Content Placeholder 3" descr="A screenshot of a computer&#10;&#10;AI-generated content may be incorrect.">
            <a:extLst>
              <a:ext uri="{FF2B5EF4-FFF2-40B4-BE49-F238E27FC236}">
                <a16:creationId xmlns:a16="http://schemas.microsoft.com/office/drawing/2014/main" id="{86DD074B-3D13-1E32-6686-3C36C0E06B68}"/>
              </a:ext>
            </a:extLst>
          </p:cNvPr>
          <p:cNvPicPr>
            <a:picLocks noGrp="1" noChangeAspect="1"/>
          </p:cNvPicPr>
          <p:nvPr>
            <p:ph idx="1"/>
          </p:nvPr>
        </p:nvPicPr>
        <p:blipFill>
          <a:blip r:embed="rId2"/>
          <a:stretch>
            <a:fillRect/>
          </a:stretch>
        </p:blipFill>
        <p:spPr>
          <a:xfrm>
            <a:off x="4720698" y="467208"/>
            <a:ext cx="6789208" cy="5923584"/>
          </a:xfrm>
          <a:prstGeom prst="rect">
            <a:avLst/>
          </a:prstGeom>
        </p:spPr>
      </p:pic>
    </p:spTree>
    <p:extLst>
      <p:ext uri="{BB962C8B-B14F-4D97-AF65-F5344CB8AC3E}">
        <p14:creationId xmlns:p14="http://schemas.microsoft.com/office/powerpoint/2010/main" val="16152469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65B769-9825-D5E6-60F9-DBF968FD0FBA}"/>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latin typeface="+mj-lt"/>
                <a:ea typeface="+mj-ea"/>
                <a:cs typeface="+mj-cs"/>
              </a:rPr>
              <a:t>Still on  AutoScalling</a:t>
            </a:r>
            <a:r>
              <a:rPr lang="en-US" sz="5200"/>
              <a:t> Configuration</a:t>
            </a:r>
            <a:endParaRPr lang="en-US" sz="5200" kern="1200">
              <a:solidFill>
                <a:schemeClr val="tx1"/>
              </a:solidFill>
              <a:latin typeface="+mj-lt"/>
              <a:ea typeface="+mj-ea"/>
              <a:cs typeface="+mj-cs"/>
            </a:endParaRPr>
          </a:p>
        </p:txBody>
      </p:sp>
      <p:pic>
        <p:nvPicPr>
          <p:cNvPr id="5" name="Picture 4" descr="A screenshot of a computer&#10;&#10;AI-generated content may be incorrect.">
            <a:extLst>
              <a:ext uri="{FF2B5EF4-FFF2-40B4-BE49-F238E27FC236}">
                <a16:creationId xmlns:a16="http://schemas.microsoft.com/office/drawing/2014/main" id="{A5B71797-98A4-CBB1-34BC-AA18FC72B32A}"/>
              </a:ext>
            </a:extLst>
          </p:cNvPr>
          <p:cNvPicPr>
            <a:picLocks noChangeAspect="1"/>
          </p:cNvPicPr>
          <p:nvPr/>
        </p:nvPicPr>
        <p:blipFill>
          <a:blip r:embed="rId2"/>
          <a:stretch>
            <a:fillRect/>
          </a:stretch>
        </p:blipFill>
        <p:spPr>
          <a:xfrm>
            <a:off x="913228" y="2365285"/>
            <a:ext cx="4364272" cy="3938756"/>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F6C37B30-E646-0345-703B-68AD9715F25E}"/>
              </a:ext>
            </a:extLst>
          </p:cNvPr>
          <p:cNvPicPr>
            <a:picLocks noGrp="1" noChangeAspect="1"/>
          </p:cNvPicPr>
          <p:nvPr>
            <p:ph idx="1"/>
          </p:nvPr>
        </p:nvPicPr>
        <p:blipFill>
          <a:blip r:embed="rId3"/>
          <a:stretch>
            <a:fillRect/>
          </a:stretch>
        </p:blipFill>
        <p:spPr>
          <a:xfrm>
            <a:off x="6806661" y="2365285"/>
            <a:ext cx="4579949" cy="3938756"/>
          </a:xfrm>
          <a:prstGeom prst="rect">
            <a:avLst/>
          </a:prstGeom>
        </p:spPr>
      </p:pic>
    </p:spTree>
    <p:extLst>
      <p:ext uri="{BB962C8B-B14F-4D97-AF65-F5344CB8AC3E}">
        <p14:creationId xmlns:p14="http://schemas.microsoft.com/office/powerpoint/2010/main" val="3213888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179DEE-D038-4286-8F80-46AAA8B4F860}"/>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Still Creating AutoSchalling</a:t>
            </a:r>
          </a:p>
        </p:txBody>
      </p:sp>
      <p:pic>
        <p:nvPicPr>
          <p:cNvPr id="5" name="Picture 4" descr="A screenshot of a computer&#10;&#10;AI-generated content may be incorrect.">
            <a:extLst>
              <a:ext uri="{FF2B5EF4-FFF2-40B4-BE49-F238E27FC236}">
                <a16:creationId xmlns:a16="http://schemas.microsoft.com/office/drawing/2014/main" id="{D839BFBF-49E1-696E-8B5E-9FB68043BEA4}"/>
              </a:ext>
            </a:extLst>
          </p:cNvPr>
          <p:cNvPicPr>
            <a:picLocks noChangeAspect="1"/>
          </p:cNvPicPr>
          <p:nvPr/>
        </p:nvPicPr>
        <p:blipFill>
          <a:blip r:embed="rId2"/>
          <a:stretch>
            <a:fillRect/>
          </a:stretch>
        </p:blipFill>
        <p:spPr>
          <a:xfrm>
            <a:off x="715748" y="3012922"/>
            <a:ext cx="5131088" cy="2334644"/>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41A423DD-8525-22BE-C863-FB141F2E9C9A}"/>
              </a:ext>
            </a:extLst>
          </p:cNvPr>
          <p:cNvPicPr>
            <a:picLocks noGrp="1" noChangeAspect="1"/>
          </p:cNvPicPr>
          <p:nvPr>
            <p:ph idx="1"/>
          </p:nvPr>
        </p:nvPicPr>
        <p:blipFill>
          <a:blip r:embed="rId3"/>
          <a:stretch>
            <a:fillRect/>
          </a:stretch>
        </p:blipFill>
        <p:spPr>
          <a:xfrm>
            <a:off x="6345165" y="2217815"/>
            <a:ext cx="4219346" cy="3997831"/>
          </a:xfrm>
          <a:prstGeom prst="rect">
            <a:avLst/>
          </a:prstGeom>
        </p:spPr>
      </p:pic>
    </p:spTree>
    <p:extLst>
      <p:ext uri="{BB962C8B-B14F-4D97-AF65-F5344CB8AC3E}">
        <p14:creationId xmlns:p14="http://schemas.microsoft.com/office/powerpoint/2010/main" val="22871117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CCCC7-9C8A-F966-A678-32F82911A6C2}"/>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Still on Autoschalling</a:t>
            </a:r>
          </a:p>
        </p:txBody>
      </p:sp>
      <p:pic>
        <p:nvPicPr>
          <p:cNvPr id="5" name="Picture 4" descr="A screenshot of a computer&#10;&#10;AI-generated content may be incorrect.">
            <a:extLst>
              <a:ext uri="{FF2B5EF4-FFF2-40B4-BE49-F238E27FC236}">
                <a16:creationId xmlns:a16="http://schemas.microsoft.com/office/drawing/2014/main" id="{744F42BE-D7D7-9415-C112-F8C4D79548F1}"/>
              </a:ext>
            </a:extLst>
          </p:cNvPr>
          <p:cNvPicPr>
            <a:picLocks noChangeAspect="1"/>
          </p:cNvPicPr>
          <p:nvPr/>
        </p:nvPicPr>
        <p:blipFill>
          <a:blip r:embed="rId2"/>
          <a:stretch>
            <a:fillRect/>
          </a:stretch>
        </p:blipFill>
        <p:spPr>
          <a:xfrm>
            <a:off x="137014" y="2771734"/>
            <a:ext cx="5729113" cy="2604818"/>
          </a:xfrm>
          <a:prstGeom prst="rect">
            <a:avLst/>
          </a:prstGeom>
        </p:spPr>
      </p:pic>
      <p:pic>
        <p:nvPicPr>
          <p:cNvPr id="4" name="Content Placeholder 3" descr="A screenshot of a computer screen&#10;&#10;AI-generated content may be incorrect.">
            <a:extLst>
              <a:ext uri="{FF2B5EF4-FFF2-40B4-BE49-F238E27FC236}">
                <a16:creationId xmlns:a16="http://schemas.microsoft.com/office/drawing/2014/main" id="{CB868FC6-A8C5-7674-F131-6A52A158D2F1}"/>
              </a:ext>
            </a:extLst>
          </p:cNvPr>
          <p:cNvPicPr>
            <a:picLocks noGrp="1" noChangeAspect="1"/>
          </p:cNvPicPr>
          <p:nvPr>
            <p:ph idx="1"/>
          </p:nvPr>
        </p:nvPicPr>
        <p:blipFill>
          <a:blip r:embed="rId3"/>
          <a:stretch>
            <a:fillRect/>
          </a:stretch>
        </p:blipFill>
        <p:spPr>
          <a:xfrm>
            <a:off x="6152254" y="2772869"/>
            <a:ext cx="5844859" cy="2598355"/>
          </a:xfrm>
          <a:prstGeom prst="rect">
            <a:avLst/>
          </a:prstGeom>
        </p:spPr>
      </p:pic>
    </p:spTree>
    <p:extLst>
      <p:ext uri="{BB962C8B-B14F-4D97-AF65-F5344CB8AC3E}">
        <p14:creationId xmlns:p14="http://schemas.microsoft.com/office/powerpoint/2010/main" val="15657281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C13046-51F7-D82B-FD49-4278021744B1}"/>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Still on Autoschalling</a:t>
            </a:r>
          </a:p>
        </p:txBody>
      </p:sp>
      <p:pic>
        <p:nvPicPr>
          <p:cNvPr id="5" name="Picture 4" descr="A screenshot of a computer&#10;&#10;AI-generated content may be incorrect.">
            <a:extLst>
              <a:ext uri="{FF2B5EF4-FFF2-40B4-BE49-F238E27FC236}">
                <a16:creationId xmlns:a16="http://schemas.microsoft.com/office/drawing/2014/main" id="{5C285DAD-F973-1DCF-71D2-4CE006FB66BA}"/>
              </a:ext>
            </a:extLst>
          </p:cNvPr>
          <p:cNvPicPr>
            <a:picLocks noChangeAspect="1"/>
          </p:cNvPicPr>
          <p:nvPr/>
        </p:nvPicPr>
        <p:blipFill>
          <a:blip r:embed="rId2"/>
          <a:stretch>
            <a:fillRect/>
          </a:stretch>
        </p:blipFill>
        <p:spPr>
          <a:xfrm>
            <a:off x="1015854" y="2181426"/>
            <a:ext cx="4830981" cy="3997637"/>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30317F58-8739-AC45-E0FA-8F69E18F737C}"/>
              </a:ext>
            </a:extLst>
          </p:cNvPr>
          <p:cNvPicPr>
            <a:picLocks noGrp="1" noChangeAspect="1"/>
          </p:cNvPicPr>
          <p:nvPr>
            <p:ph idx="1"/>
          </p:nvPr>
        </p:nvPicPr>
        <p:blipFill>
          <a:blip r:embed="rId3"/>
          <a:stretch>
            <a:fillRect/>
          </a:stretch>
        </p:blipFill>
        <p:spPr>
          <a:xfrm>
            <a:off x="6345165" y="2217815"/>
            <a:ext cx="4058711" cy="3997831"/>
          </a:xfrm>
          <a:prstGeom prst="rect">
            <a:avLst/>
          </a:prstGeom>
        </p:spPr>
      </p:pic>
    </p:spTree>
    <p:extLst>
      <p:ext uri="{BB962C8B-B14F-4D97-AF65-F5344CB8AC3E}">
        <p14:creationId xmlns:p14="http://schemas.microsoft.com/office/powerpoint/2010/main" val="42879923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2C9BA-607E-0925-7BCA-4E42E0B66A92}"/>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Still on Autoschalling</a:t>
            </a:r>
          </a:p>
        </p:txBody>
      </p:sp>
      <p:pic>
        <p:nvPicPr>
          <p:cNvPr id="4" name="Content Placeholder 3" descr="A screenshot of a computer&#10;&#10;AI-generated content may be incorrect.">
            <a:extLst>
              <a:ext uri="{FF2B5EF4-FFF2-40B4-BE49-F238E27FC236}">
                <a16:creationId xmlns:a16="http://schemas.microsoft.com/office/drawing/2014/main" id="{61FB892F-72A4-E5D2-4696-8B4E75683D10}"/>
              </a:ext>
            </a:extLst>
          </p:cNvPr>
          <p:cNvPicPr>
            <a:picLocks noGrp="1" noChangeAspect="1"/>
          </p:cNvPicPr>
          <p:nvPr>
            <p:ph idx="1"/>
          </p:nvPr>
        </p:nvPicPr>
        <p:blipFill>
          <a:blip r:embed="rId2"/>
          <a:stretch>
            <a:fillRect/>
          </a:stretch>
        </p:blipFill>
        <p:spPr>
          <a:xfrm>
            <a:off x="715748" y="2224018"/>
            <a:ext cx="5131088" cy="391245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C3D54BF-15D1-123C-56A2-2F580C3FBDFA}"/>
              </a:ext>
            </a:extLst>
          </p:cNvPr>
          <p:cNvPicPr>
            <a:picLocks noChangeAspect="1"/>
          </p:cNvPicPr>
          <p:nvPr/>
        </p:nvPicPr>
        <p:blipFill>
          <a:blip r:embed="rId3"/>
          <a:stretch>
            <a:fillRect/>
          </a:stretch>
        </p:blipFill>
        <p:spPr>
          <a:xfrm>
            <a:off x="6345165" y="2217815"/>
            <a:ext cx="4568950" cy="3997831"/>
          </a:xfrm>
          <a:prstGeom prst="rect">
            <a:avLst/>
          </a:prstGeom>
        </p:spPr>
      </p:pic>
    </p:spTree>
    <p:extLst>
      <p:ext uri="{BB962C8B-B14F-4D97-AF65-F5344CB8AC3E}">
        <p14:creationId xmlns:p14="http://schemas.microsoft.com/office/powerpoint/2010/main" val="6258191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E1BC65-183A-E6E8-3F83-16CF1E1A062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Edit Ur LB Target groups to turn on stickiness</a:t>
            </a:r>
          </a:p>
        </p:txBody>
      </p:sp>
      <p:pic>
        <p:nvPicPr>
          <p:cNvPr id="4" name="Content Placeholder 3" descr="A screenshot of a computer&#10;&#10;AI-generated content may be incorrect.">
            <a:extLst>
              <a:ext uri="{FF2B5EF4-FFF2-40B4-BE49-F238E27FC236}">
                <a16:creationId xmlns:a16="http://schemas.microsoft.com/office/drawing/2014/main" id="{72208004-6B13-14C4-1494-C21750BB5270}"/>
              </a:ext>
            </a:extLst>
          </p:cNvPr>
          <p:cNvPicPr>
            <a:picLocks noGrp="1" noChangeAspect="1"/>
          </p:cNvPicPr>
          <p:nvPr>
            <p:ph idx="1"/>
          </p:nvPr>
        </p:nvPicPr>
        <p:blipFill>
          <a:blip r:embed="rId2"/>
          <a:stretch>
            <a:fillRect/>
          </a:stretch>
        </p:blipFill>
        <p:spPr>
          <a:xfrm>
            <a:off x="4768645" y="467208"/>
            <a:ext cx="6693314" cy="5923584"/>
          </a:xfrm>
          <a:prstGeom prst="rect">
            <a:avLst/>
          </a:prstGeom>
        </p:spPr>
      </p:pic>
    </p:spTree>
    <p:extLst>
      <p:ext uri="{BB962C8B-B14F-4D97-AF65-F5344CB8AC3E}">
        <p14:creationId xmlns:p14="http://schemas.microsoft.com/office/powerpoint/2010/main" val="33601871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BF6E4D-3ED4-8184-9028-0C5AB711EEE5}"/>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The End</a:t>
            </a:r>
          </a:p>
        </p:txBody>
      </p:sp>
      <p:sp>
        <p:nvSpPr>
          <p:cNvPr id="3" name="Content Placeholder 2">
            <a:extLst>
              <a:ext uri="{FF2B5EF4-FFF2-40B4-BE49-F238E27FC236}">
                <a16:creationId xmlns:a16="http://schemas.microsoft.com/office/drawing/2014/main" id="{B024D318-5A07-79CC-92F6-AFFB9C83010D}"/>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a:t>The Auto Scahlling Configured is to schale in or out Automatically based on the traffic visiting our webapp server. From the above configurations, we set our webapp instance scale in to minimum of one Instance, &amp; Maximum of 5 instances depending on the traffic.</a:t>
            </a:r>
          </a:p>
          <a:p>
            <a:pPr marL="0" indent="0">
              <a:buNone/>
            </a:pPr>
            <a:endParaRPr lang="en-US" sz="2000"/>
          </a:p>
          <a:p>
            <a:pPr marL="0" indent="0">
              <a:buNone/>
            </a:pPr>
            <a:r>
              <a:rPr lang="en-US" sz="2000"/>
              <a:t>The ELB earlier Configured was for </a:t>
            </a:r>
            <a:r>
              <a:rPr lang="en-US" sz="2000">
                <a:ea typeface="+mn-lt"/>
                <a:cs typeface="+mn-lt"/>
              </a:rPr>
              <a:t>Traffic Distribution, High Availability &amp; Fault Tolerance, Scalability with Auto Scaling, Secure HTTPS &amp; SSL Termination, Session Persistence (Sticky Sessions), &amp; for Routing &amp; Path-Based Routing.</a:t>
            </a:r>
            <a:endParaRPr lang="en-US" sz="2000"/>
          </a:p>
        </p:txBody>
      </p:sp>
    </p:spTree>
    <p:extLst>
      <p:ext uri="{BB962C8B-B14F-4D97-AF65-F5344CB8AC3E}">
        <p14:creationId xmlns:p14="http://schemas.microsoft.com/office/powerpoint/2010/main" val="594561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96</Slides>
  <Notes>0</Notes>
  <HiddenSlides>0</HiddenSlides>
  <MMClips>0</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office theme</vt:lpstr>
      <vt:lpstr>AWS Cloud Computing Project (Vprofile AWS Lift &amp; Shift Application Workload Project)</vt:lpstr>
      <vt:lpstr>About The Project</vt:lpstr>
      <vt:lpstr>This is going to be a  cloud Based Project(Running on AWS)</vt:lpstr>
      <vt:lpstr>AWS Architectures we will be Creating</vt:lpstr>
      <vt:lpstr>Architecture Diagram</vt:lpstr>
      <vt:lpstr>Flow of Execution</vt:lpstr>
      <vt:lpstr>Creating AWS Account &amp; Key Pairs Gen</vt:lpstr>
      <vt:lpstr>Creating Security Group for  my Services </vt:lpstr>
      <vt:lpstr>Elastic Load Balancer Security Group  </vt:lpstr>
      <vt:lpstr>Security Group For The Application (Tomcat Instance)</vt:lpstr>
      <vt:lpstr>Security Group For The Backend</vt:lpstr>
      <vt:lpstr>Alternatively to the Backend SG also add All traffic, Source: Select same backend SG so that all incstances can connect to themselves.</vt:lpstr>
      <vt:lpstr>All Three Security Group Created</vt:lpstr>
      <vt:lpstr>4. Launching Instances with User Data (Bash Scripts) </vt:lpstr>
      <vt:lpstr>Launching ec2 Instance for Vprofile-db01(DataBase Instance)</vt:lpstr>
      <vt:lpstr>Vprofile-db01 continuation clicked on existing security group &amp; select vprofile-backendSG </vt:lpstr>
      <vt:lpstr>Vprofile-db01 continuation expand advance Details and paste Ur bash script copied from the source code. (Repeat same process for memcahed, &amp; rabbitMQ Instances.)</vt:lpstr>
      <vt:lpstr>Launching ec2 Instance for Vprofile-app01(Tomcat Instance) here we used Ubuntu AMI</vt:lpstr>
      <vt:lpstr>Vprofile-app01 continuation clicked on existing security group &amp; select vprofile-app-SG </vt:lpstr>
      <vt:lpstr>Vprofile-app01 continuation expand advance Details and paste Ur bash script copied from the source code.</vt:lpstr>
      <vt:lpstr>All Instances Up &amp; Running </vt:lpstr>
      <vt:lpstr>click on the check box of one of the above instances, go to 'connect to instance' go to the ssh client to copy the instance ssh-login details</vt:lpstr>
      <vt:lpstr>We ssh into every Instances to Confirm every scripts works perfectly:  paste the instance copied ssh-login details on Ur terminal where Ur AWS SSH-private key is located and click enter. Repeat same process on other instances. </vt:lpstr>
      <vt:lpstr>All Instances checked </vt:lpstr>
      <vt:lpstr>5. Updating Ip to name mapping using Route 53(AWS DNS) we go to route 53 &amp; create a Hosted Zone</vt:lpstr>
      <vt:lpstr>Continuation of name mapping using route53 </vt:lpstr>
      <vt:lpstr>After Creating Hosted Zones, we create records to mapp all the instances private ips to name(ie mapping 172.31.87.145 to db01) </vt:lpstr>
      <vt:lpstr>Private Ip to name mapping for(memchaced instance)</vt:lpstr>
      <vt:lpstr>Private Ip to name mapping for(RabbitMQ instance)</vt:lpstr>
      <vt:lpstr>Private Ip to name mapping for(TomCat instance)</vt:lpstr>
      <vt:lpstr>After Mapping is Completed, we ssh into the vprofile-app01(Tomcat Instance) to ping all other instances using their record names. And it was a success</vt:lpstr>
      <vt:lpstr>Route53 ip to name mapping completed. Creating Record for all the 4 instances.</vt:lpstr>
      <vt:lpstr>6. Building The Application From The Source Code with Maven.</vt:lpstr>
      <vt:lpstr>First we create an s3 bucket on AWS</vt:lpstr>
      <vt:lpstr>S3 bucket created for our artifacts</vt:lpstr>
      <vt:lpstr>Second We create a user &amp; assign IAM Roles</vt:lpstr>
      <vt:lpstr>We Attached a IAM Policy to the User Created, granting s3 full access.</vt:lpstr>
      <vt:lpstr>User with s3 full access Created successfully.</vt:lpstr>
      <vt:lpstr>We Generated the User Access Keys</vt:lpstr>
      <vt:lpstr>We downloaded the .CSV files containing the Access keys &amp; Secret Access Keys.</vt:lpstr>
      <vt:lpstr>We Assign MFA(Multifactor Authentication) to the new User.</vt:lpstr>
      <vt:lpstr>We create IAM Roles for Tomcat Instance(vprofile-app01)</vt:lpstr>
      <vt:lpstr>After Creating the Role, we assign it to Tomcat Instance</vt:lpstr>
      <vt:lpstr>Now we go build our Source code on our computer &amp; push our Artifact to s3 earlier created.</vt:lpstr>
      <vt:lpstr>Installations of Maven, Java, and AWSCLI on my Computer</vt:lpstr>
      <vt:lpstr>Project Build was a Success, A Target Directory Created to store Artifact </vt:lpstr>
      <vt:lpstr>Build completed, &amp; Inside the Target Dir we have our project Artifact(Vprofile-v2.war)</vt:lpstr>
      <vt:lpstr>7. Uploading Artifact To S3 Bucket using the IAM User Cred created in (6.) we Loginto AWS via CLI using our system terminal.</vt:lpstr>
      <vt:lpstr>We Use the Below command to push Our Artifact to AWS S3 bucket we earlier Created in section6.</vt:lpstr>
      <vt:lpstr>Artifact Successfully Uploaded to ASW S3</vt:lpstr>
      <vt:lpstr>We still verify it using the Terminal</vt:lpstr>
      <vt:lpstr>8. Downloading the Artifact from s3, to Our Vprofile-app01 Instance (Tomcat Instance) first we install AWSCLI on this instance so it can communicate with AWS</vt:lpstr>
      <vt:lpstr>Command to download Artifact from S3 to our Tomcat ec2</vt:lpstr>
      <vt:lpstr>Artifact successfully pulled from S3</vt:lpstr>
      <vt:lpstr>We need to reconfigure Tomcat deamon so it recorgnised our Artifact </vt:lpstr>
      <vt:lpstr>We configure Tomcat by: removing Tomcat webapps root files, &amp; replacing it with Artifact(Vprofile-v2.war) &amp; make tomcat to boot from it</vt:lpstr>
      <vt:lpstr>Edit Tomcat Instance(vprofile-app01) inbound rule to allow port 8080 from any ipv4</vt:lpstr>
      <vt:lpstr>Our Vprofile Project is live. Take the public ip of the Tomcat instance(vprofile-app01) put it on Ur browser along with the default port 8080 to have the first view of the project.</vt:lpstr>
      <vt:lpstr>9. Setting Up Elastic Load Balancer(ELB) with HTTPS(Certificate from AWS ACM)</vt:lpstr>
      <vt:lpstr>Target Group Creation continuation</vt:lpstr>
      <vt:lpstr>Still on Target group</vt:lpstr>
      <vt:lpstr>Final page of the Target group creation for the vprofile-app01</vt:lpstr>
      <vt:lpstr>Now We Create ELB for the Vprofile-app01(Tomcat instance)</vt:lpstr>
      <vt:lpstr>Continuation on the ELB</vt:lpstr>
      <vt:lpstr>Continuation on the ELB</vt:lpstr>
      <vt:lpstr>Continuation on the ELB</vt:lpstr>
      <vt:lpstr>Continuation on the ELB</vt:lpstr>
      <vt:lpstr>ELB Successfully Created for the Tomcat server</vt:lpstr>
      <vt:lpstr>10. Mapping ELB to endpoint to website name in Godaddy DNS ie creating a Cname record for the ELB </vt:lpstr>
      <vt:lpstr>We coppied the ELB DNS name</vt:lpstr>
      <vt:lpstr>The Cname name record created for ELB on our Godaddy DNS, we give it a name &amp; add the ELB 'DNS name'</vt:lpstr>
      <vt:lpstr>ELB COnfigured and Active</vt:lpstr>
      <vt:lpstr>Target Group Health Check Shows Ok</vt:lpstr>
      <vt:lpstr>Visiting our webapp page using the ELB link</vt:lpstr>
      <vt:lpstr>11. Varifying the page Using configured Godaddy DNS  Urls(with Certificate configured) to open the webapp. This time,  that notsecured tag dissappeared cause of https certificate available</vt:lpstr>
      <vt:lpstr>12. Building Autoscalling Group for our Tomcat Instance(vprofile-app01)</vt:lpstr>
      <vt:lpstr>Creating image for Our Tomcat Instance</vt:lpstr>
      <vt:lpstr>Continue to the next page</vt:lpstr>
      <vt:lpstr>AMI Created</vt:lpstr>
      <vt:lpstr>We create a new Launch Templates for our Instance</vt:lpstr>
      <vt:lpstr>Creating a Launch Template</vt:lpstr>
      <vt:lpstr>Creating a Launch Template continue.</vt:lpstr>
      <vt:lpstr>Creating a Launch Template continued.</vt:lpstr>
      <vt:lpstr>Creating a Launch Template continued.</vt:lpstr>
      <vt:lpstr>Creating a Launch Template continued.</vt:lpstr>
      <vt:lpstr>Creating Autoscalling Using the Our Instance AMI</vt:lpstr>
      <vt:lpstr>Launching the Earlier Created Templates on the AutoScalling</vt:lpstr>
      <vt:lpstr>Still on Creating Autoscalling select all the AZs </vt:lpstr>
      <vt:lpstr>Attached Ur existing Loadbalancer on the AutoSchalling.</vt:lpstr>
      <vt:lpstr>Still on  AutoScalling Configuration</vt:lpstr>
      <vt:lpstr>Still Creating AutoSchalling</vt:lpstr>
      <vt:lpstr>Still on Autoschalling</vt:lpstr>
      <vt:lpstr>Still on Autoschalling</vt:lpstr>
      <vt:lpstr>Still on Autoschalling</vt:lpstr>
      <vt:lpstr>Edit Ur LB Target groups to turn on stickiness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1779</cp:revision>
  <dcterms:created xsi:type="dcterms:W3CDTF">2025-03-20T08:27:12Z</dcterms:created>
  <dcterms:modified xsi:type="dcterms:W3CDTF">2025-03-21T13:53:51Z</dcterms:modified>
</cp:coreProperties>
</file>